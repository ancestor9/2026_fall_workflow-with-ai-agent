
<file path=[Content_Types].xml><?xml version="1.0" encoding="utf-8"?>
<Types xmlns="http://schemas.openxmlformats.org/package/2006/content-types">
  <Default Extension="0&amp;ixid=M3wxMjA3fDB8MHxzZWFyY2h8MTB8fHVzJTIwZG9sbGFyfGVufDB8fDB8fHww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1149" r:id="rId3"/>
    <p:sldId id="1168" r:id="rId4"/>
    <p:sldId id="1167" r:id="rId5"/>
    <p:sldId id="1188" r:id="rId6"/>
    <p:sldId id="1183" r:id="rId7"/>
    <p:sldId id="1169" r:id="rId8"/>
    <p:sldId id="1170" r:id="rId9"/>
    <p:sldId id="1179" r:id="rId10"/>
    <p:sldId id="1171" r:id="rId11"/>
    <p:sldId id="1186" r:id="rId12"/>
    <p:sldId id="1187" r:id="rId13"/>
    <p:sldId id="1185" r:id="rId14"/>
    <p:sldId id="1180" r:id="rId15"/>
    <p:sldId id="1181" r:id="rId16"/>
    <p:sldId id="1182" r:id="rId17"/>
    <p:sldId id="1184" r:id="rId1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49"/>
            <p14:sldId id="1168"/>
            <p14:sldId id="1167"/>
            <p14:sldId id="1188"/>
            <p14:sldId id="1183"/>
            <p14:sldId id="1169"/>
            <p14:sldId id="1170"/>
            <p14:sldId id="1179"/>
            <p14:sldId id="1171"/>
            <p14:sldId id="1186"/>
            <p14:sldId id="1187"/>
            <p14:sldId id="1185"/>
            <p14:sldId id="1180"/>
            <p14:sldId id="1181"/>
            <p14:sldId id="1182"/>
            <p14:sldId id="1184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24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2026-07-13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2026-07-13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2026-07-13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0&amp;ixid=M3wxMjA3fDB8MHxzZWFyY2h8MTB8fHVzJTIwZG9sbGFyfGVufDB8fDB8fHww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hyperlink" Target="https://www.google.com/url?q=https%3A%2F%2Faistudio.google.com%2Fapp%2Fapikey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anthropic.com/news/model-context-protoco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mithery.ai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AI Agent Coding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402039" y="1248422"/>
            <a:ext cx="11233469" cy="4315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실행하기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바이브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코딩 활용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웹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 구조화 및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CSS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기초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피그마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MCP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활용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웹 디자인 고도화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DA31-192E-5E9F-B13A-4898674D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8CC0FF-C594-64E3-D030-284FC8D5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A016194-4469-88E7-BBD2-413D936BCEF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B50DF-1463-023A-FA74-17F95F99F0F7}"/>
              </a:ext>
            </a:extLst>
          </p:cNvPr>
          <p:cNvSpPr txBox="1"/>
          <p:nvPr/>
        </p:nvSpPr>
        <p:spPr>
          <a:xfrm>
            <a:off x="549563" y="1352316"/>
            <a:ext cx="1109287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코딩 지식을 가진 상담원, 에이전트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내 컴퓨터 권한을 넘겨받아 대신 일해주는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발자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52348-2241-2DB8-A0AC-41BFE067DFB4}"/>
              </a:ext>
            </a:extLst>
          </p:cNvPr>
          <p:cNvSpPr txBox="1"/>
          <p:nvPr/>
        </p:nvSpPr>
        <p:spPr>
          <a:xfrm>
            <a:off x="858980" y="2231103"/>
            <a:ext cx="10474037" cy="29783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자율적 계획 수립: "이 기능을 구현하려면 어떤 파일들을 수정해야 하지?" 분석하고 계획을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직접 파일 조작: 프로젝트 폴더 내의 여러 코드를 직접 읽고, 수정하고, 새 파일을 생성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 및 명령어 실행: 터미널에서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npm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테스트 명령어를 직접 실행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디버깅 및 피드백 루프: 테스트를 돌려보고 에러가 나면, 사람이 개입하지 않아도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에러 로그를 보고 코드를 다시 수정하여 통과할 때까지 반복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연동: 작업이 끝나면 변경 사항을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스테이징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)하고, 적절한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커밋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메시지까지 작성</a:t>
            </a:r>
          </a:p>
        </p:txBody>
      </p:sp>
    </p:spTree>
    <p:extLst>
      <p:ext uri="{BB962C8B-B14F-4D97-AF65-F5344CB8AC3E}">
        <p14:creationId xmlns:p14="http://schemas.microsoft.com/office/powerpoint/2010/main" val="2871191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515D-CD48-6D90-B34C-C9DD8104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CEB32-62BA-FEF5-8CD4-F47AF0C0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8224926-1656-BC2D-D28F-2F89F07FA4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A6C08-DF9D-A5D3-944A-EE31C64E3FC4}"/>
              </a:ext>
            </a:extLst>
          </p:cNvPr>
          <p:cNvSpPr txBox="1"/>
          <p:nvPr/>
        </p:nvSpPr>
        <p:spPr>
          <a:xfrm>
            <a:off x="544944" y="1510391"/>
            <a:ext cx="11028219" cy="4814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시장에서 돈을 벌고 있는 서비스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IDE(Integrated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Developmenr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Environment)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서비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(GPT-4o, GPT-3.5 등)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Cloud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Vertex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AI /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3.5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Sonnet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CLI(Command Line Interface)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환경에서 명령어를 입력하는 형태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>
                <a:solidFill>
                  <a:srgbClr val="0F0F0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400" dirty="0" err="1">
                <a:solidFill>
                  <a:srgbClr val="0F0F0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sz="1400" dirty="0">
                <a:solidFill>
                  <a:srgbClr val="0F0F0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동영상등을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제작하는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Midjourney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Sora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Runway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Gen-3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 유료 구독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Copilot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Cursor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 descr="20달러짜리 지폐 더미가 서로 겹쳐져 있습니다.">
            <a:extLst>
              <a:ext uri="{FF2B5EF4-FFF2-40B4-BE49-F238E27FC236}">
                <a16:creationId xmlns:a16="http://schemas.microsoft.com/office/drawing/2014/main" id="{A6114E40-011B-83EE-934F-9BC77DCE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995" y="4387098"/>
            <a:ext cx="2792412" cy="20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5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FAAE-FE09-C2C4-B526-E8BABE3B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B015B-0F25-A5A4-C281-A379737B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43C7CC2-6621-78C7-B87B-C1897C46FBD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Gemini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CLI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B2835-98A2-D88B-41DF-FE57F147DD89}"/>
              </a:ext>
            </a:extLst>
          </p:cNvPr>
          <p:cNvSpPr txBox="1"/>
          <p:nvPr/>
        </p:nvSpPr>
        <p:spPr>
          <a:xfrm>
            <a:off x="757380" y="1747688"/>
            <a:ext cx="5514111" cy="4357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가볍고 빠른 실행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환경 기반의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UI로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설치가 간편하고 동작이 빠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르고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프로젝트에 연결하거나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Cursor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등에서 사용할 때 터미널 환경에서 쉽게 구동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Flash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계열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gemini-2.5-flash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은 매우 넉넉한 무료 쿼리(기본 분당 30회 내외)를 코딩 능력과 속도가 매우 균형 잡혀 있어,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자율형 에이전트가 코드를 탐색하고 수정 명령을 빠르게 반복 수행하기에 가장 적합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높은 확장성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아파치 2.0 라이선스 기반의 완전한 오픈소스로 제공되어, 개발자들이 코드를 이해하고 검토하며 작동방식과 보안을 검증하기 용이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Google의 다양한 AI 툴(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Veo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3, 딥 리서치 등)과 연동하여 활용 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810B50-B4F8-6DF6-7E5E-355693994063}"/>
              </a:ext>
            </a:extLst>
          </p:cNvPr>
          <p:cNvSpPr txBox="1"/>
          <p:nvPr/>
        </p:nvSpPr>
        <p:spPr>
          <a:xfrm>
            <a:off x="7979410" y="3179679"/>
            <a:ext cx="328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ko-KR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구글 </a:t>
            </a:r>
            <a:r>
              <a:rPr lang="ko-KR" altLang="ko-KR" i="0" dirty="0" err="1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안티그래비티</a:t>
            </a:r>
            <a:r>
              <a:rPr lang="ko-KR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2.0 (Google </a:t>
            </a:r>
            <a:r>
              <a:rPr lang="ko-KR" altLang="ko-KR" i="0" dirty="0" err="1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2.0)</a:t>
            </a:r>
          </a:p>
        </p:txBody>
      </p:sp>
      <p:sp>
        <p:nvSpPr>
          <p:cNvPr id="10" name="화살표: 줄무늬가 있는 오른쪽 9">
            <a:extLst>
              <a:ext uri="{FF2B5EF4-FFF2-40B4-BE49-F238E27FC236}">
                <a16:creationId xmlns:a16="http://schemas.microsoft.com/office/drawing/2014/main" id="{143E0DDF-73CD-5508-DDC6-0C567D1F8B62}"/>
              </a:ext>
            </a:extLst>
          </p:cNvPr>
          <p:cNvSpPr/>
          <p:nvPr/>
        </p:nvSpPr>
        <p:spPr>
          <a:xfrm>
            <a:off x="6604000" y="2948662"/>
            <a:ext cx="932872" cy="1108364"/>
          </a:xfrm>
          <a:prstGeom prst="stripedRightArrow">
            <a:avLst>
              <a:gd name="adj1" fmla="val 68333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55B64-6918-BCBA-0186-3FD1A24A95B2}"/>
              </a:ext>
            </a:extLst>
          </p:cNvPr>
          <p:cNvSpPr txBox="1"/>
          <p:nvPr/>
        </p:nvSpPr>
        <p:spPr>
          <a:xfrm>
            <a:off x="8192655" y="4155526"/>
            <a:ext cx="38053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IDE (단독 프로그램): 구글이 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오픈소스를 기반으로 직접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커스텀하여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만든 독립된 AI 전용 에디터 프로그램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확장 프로그램 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Extension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): 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마켓플레이스에서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"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 공식 확장 프로그램을 설치</a:t>
            </a:r>
          </a:p>
        </p:txBody>
      </p:sp>
    </p:spTree>
    <p:extLst>
      <p:ext uri="{BB962C8B-B14F-4D97-AF65-F5344CB8AC3E}">
        <p14:creationId xmlns:p14="http://schemas.microsoft.com/office/powerpoint/2010/main" val="347369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3F12-6CD5-2FEF-3978-2E5F7582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F9F05-0394-80CD-DCD6-D64CCCC1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BBDFFD6-563A-CCCE-1327-041086DB677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Google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34578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30CD-4BA5-FF9A-FA8A-248DEC96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44ABC-6593-04C2-44B8-E560E96A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DD2B8E-3F9B-9F4E-4BCD-CD2A128F52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BB9A3-B4CC-6D56-9BCC-D79C476B62E4}"/>
              </a:ext>
            </a:extLst>
          </p:cNvPr>
          <p:cNvSpPr txBox="1"/>
          <p:nvPr/>
        </p:nvSpPr>
        <p:spPr>
          <a:xfrm>
            <a:off x="1487054" y="2163221"/>
            <a:ext cx="10067638" cy="337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Microsoft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플러그인으로 설치하는 오픈 소스 AI 개발 어시스턴트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IDE인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LLM(대규모 언어 모델) 연동 기능을 제공하고,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코드를 작성/수정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기능을 확장하여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대화하고, 코드를 생성하거나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리팩토링하는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 개발 워크플로우에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통합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터미널(CLI)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IDE(통합개발환경) 환경을 결합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기능을 쓸 수 있게 만든 도구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90C59-FD01-F4FC-77F8-1A9AC498910F}"/>
              </a:ext>
            </a:extLst>
          </p:cNvPr>
          <p:cNvSpPr txBox="1"/>
          <p:nvPr/>
        </p:nvSpPr>
        <p:spPr>
          <a:xfrm>
            <a:off x="655780" y="1316290"/>
            <a:ext cx="5089238" cy="46166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Cline = </a:t>
            </a:r>
            <a:r>
              <a:rPr lang="ko-KR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IDE + CLI + </a:t>
            </a:r>
            <a:r>
              <a:rPr lang="ko-KR" altLang="ko-KR" sz="2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Agentic</a:t>
            </a:r>
            <a:r>
              <a:rPr lang="ko-KR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IDE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918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C4B3-3BBC-1CC5-8F0A-9151144B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224DF-5630-1D26-2697-A1761303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8327ECC-9959-5AFE-7237-F43E91A0F2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 </a:t>
            </a:r>
            <a:r>
              <a:rPr lang="ko-KR" altLang="en-US" sz="2800" b="1" cap="none" dirty="0">
                <a:latin typeface="Lora" pitchFamily="2" charset="0"/>
              </a:rPr>
              <a:t>주요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기능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및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특징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818D7-538E-939A-40B0-74D19780A209}"/>
              </a:ext>
            </a:extLst>
          </p:cNvPr>
          <p:cNvSpPr txBox="1"/>
          <p:nvPr/>
        </p:nvSpPr>
        <p:spPr>
          <a:xfrm>
            <a:off x="544944" y="1510391"/>
            <a:ext cx="11028219" cy="522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개발 지원: 컨텍스트를 인식하는 코드 제안, 자동 완성 및 지능적인 권장 사항을 제공하여 개발 시간을 단축하고 코딩 오류를 최소화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작업 수행: 파일 읽기/쓰기, 명령 실행, 웹 브라우저 사용 등 다양한 시스템 수준 작업을 수행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유연성: 다양한 AI 모델의 강점을 활용하는 정교한 워크플로우를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 피로 감소: 프롬프트 피로를 줄이고 상호 작용을 더욱 자연스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러움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확장성 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MCP):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사용자 정의 도구 및 워크플로우와 통합할 수 있어 특정 요구 사항에 맞게 조정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시스템에 적합: 제어, 유연성 및 시스템 수준 통합이 중요한 복잡한 시스템을 구축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적합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1391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AF9BE-9AF5-0F88-6C79-A01EED8B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A68E53-3A99-822E-A256-8DBB8D24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F9D0068-57D7-503D-4365-9602F6A255C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6E45A-3200-866C-3F90-6B37CE68DD71}"/>
              </a:ext>
            </a:extLst>
          </p:cNvPr>
          <p:cNvSpPr txBox="1"/>
          <p:nvPr/>
        </p:nvSpPr>
        <p:spPr>
          <a:xfrm>
            <a:off x="402039" y="1248422"/>
            <a:ext cx="11233469" cy="368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설치하기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574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A13E-757C-EB38-242F-6334F5F5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AF17F0-EACD-C4BB-99BE-88309DFD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D44AF6E-B744-1485-C4BA-1409615C96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8BA53-38CE-73B8-6782-7F5A37F4DE95}"/>
              </a:ext>
            </a:extLst>
          </p:cNvPr>
          <p:cNvSpPr txBox="1"/>
          <p:nvPr/>
        </p:nvSpPr>
        <p:spPr>
          <a:xfrm>
            <a:off x="628073" y="1708728"/>
            <a:ext cx="10935854" cy="22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Gemini 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생성하기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AI Studio </a:t>
            </a:r>
            <a:r>
              <a:rPr lang="en-US" altLang="ko-KR" dirty="0"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 A</a:t>
            </a:r>
            <a:r>
              <a:rPr lang="ko-KR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 키를 </a:t>
            </a:r>
            <a:r>
              <a:rPr lang="ko-KR" alt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생성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확장팩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– 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(Live Sever(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Ritwick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Prettier(Prettier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 설치 권장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선택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– gemini-2.5-flash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선택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VS Code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실습파일 생성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–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폴더 생성하고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index.html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파일을 만든 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endParaRPr lang="en-US" altLang="ko-KR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6D2F7-0868-75C8-C94D-1E44653A22AD}"/>
              </a:ext>
            </a:extLst>
          </p:cNvPr>
          <p:cNvSpPr txBox="1"/>
          <p:nvPr/>
        </p:nvSpPr>
        <p:spPr>
          <a:xfrm>
            <a:off x="1542473" y="4858931"/>
            <a:ext cx="10021454" cy="88081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HTML5 웹페이지를 만들어줘. 페이지 제목은 "나의 AI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Coding"로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하고 가장 큰 제목은 "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Hello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Vibe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World"라고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표시해줘</a:t>
            </a:r>
          </a:p>
        </p:txBody>
      </p:sp>
      <p:pic>
        <p:nvPicPr>
          <p:cNvPr id="9" name="그래픽 8" descr="일러스트레이터 단색으로 채워진">
            <a:extLst>
              <a:ext uri="{FF2B5EF4-FFF2-40B4-BE49-F238E27FC236}">
                <a16:creationId xmlns:a16="http://schemas.microsoft.com/office/drawing/2014/main" id="{0994FAC6-F241-C4A7-06B2-5967A9E62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73" y="46920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7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2F3-2534-4A60-3001-36299A8D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1F05F7-E26A-5D0F-95C8-E9D7F345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D04CA6B-D14C-C3AF-F44A-E164A33314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F56B7C-D5F6-EC22-BAA3-30E84B752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17" y="1464749"/>
            <a:ext cx="6578278" cy="43551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052AB5-B4CF-2CA5-07C3-D52B71D2E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217" y="2083555"/>
            <a:ext cx="5558717" cy="330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08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7F4D-833C-E49E-ED48-8734F380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7ED740-5759-7186-4AEC-B819E0FF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6B1BC4A-159A-8433-8A64-A0B245F077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93E9F-DA92-39C2-3513-F222FD08B975}"/>
              </a:ext>
            </a:extLst>
          </p:cNvPr>
          <p:cNvSpPr txBox="1"/>
          <p:nvPr/>
        </p:nvSpPr>
        <p:spPr>
          <a:xfrm>
            <a:off x="402039" y="1248422"/>
            <a:ext cx="11233469" cy="3084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실행하기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웹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 구조화 및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CSS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기초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705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DD12-CA82-2CD3-07A8-0854B53C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5482E-5AD4-2F79-DEBF-84989033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E71C0E2-8DEB-7437-A676-CEE60B2AF29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VS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활용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78EFD-4230-1B7B-2D44-9F9219A0F9AC}"/>
              </a:ext>
            </a:extLst>
          </p:cNvPr>
          <p:cNvSpPr txBox="1"/>
          <p:nvPr/>
        </p:nvSpPr>
        <p:spPr>
          <a:xfrm>
            <a:off x="1473173" y="2457476"/>
            <a:ext cx="10021454" cy="88081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index.html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파일안에 기본적인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HTML5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문서구조를 만들어줘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페이지 제목은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나의 취미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UTF-8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인코딩을 사용해줘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그리고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style.css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파일을 연결해줘</a:t>
            </a:r>
          </a:p>
        </p:txBody>
      </p:sp>
      <p:pic>
        <p:nvPicPr>
          <p:cNvPr id="7" name="그래픽 6" descr="일러스트레이터 단색으로 채워진">
            <a:extLst>
              <a:ext uri="{FF2B5EF4-FFF2-40B4-BE49-F238E27FC236}">
                <a16:creationId xmlns:a16="http://schemas.microsoft.com/office/drawing/2014/main" id="{8653C24D-0B11-A0B9-4667-88A477AD77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773" y="229061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A1F347-C372-799B-2B6B-FCFF283606CE}"/>
              </a:ext>
            </a:extLst>
          </p:cNvPr>
          <p:cNvSpPr txBox="1"/>
          <p:nvPr/>
        </p:nvSpPr>
        <p:spPr>
          <a:xfrm>
            <a:off x="628073" y="1421151"/>
            <a:ext cx="10935854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Index.html, style.css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빈 파일을 만든 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316BF-B325-715A-74BA-B96B776DA694}"/>
              </a:ext>
            </a:extLst>
          </p:cNvPr>
          <p:cNvSpPr txBox="1"/>
          <p:nvPr/>
        </p:nvSpPr>
        <p:spPr>
          <a:xfrm>
            <a:off x="1473173" y="3946388"/>
            <a:ext cx="10021454" cy="4653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body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태그 안에 가장 큰 제목으로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내가 가장 좋아하는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바이브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코딩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넣어주라</a:t>
            </a:r>
          </a:p>
        </p:txBody>
      </p:sp>
      <p:pic>
        <p:nvPicPr>
          <p:cNvPr id="13" name="그래픽 12" descr="일러스트레이터 단색으로 채워진">
            <a:extLst>
              <a:ext uri="{FF2B5EF4-FFF2-40B4-BE49-F238E27FC236}">
                <a16:creationId xmlns:a16="http://schemas.microsoft.com/office/drawing/2014/main" id="{1F7E7D95-1D18-29FC-B4B2-535C1909B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773" y="3779529"/>
            <a:ext cx="914400" cy="914400"/>
          </a:xfrm>
          <a:prstGeom prst="rect">
            <a:avLst/>
          </a:prstGeom>
        </p:spPr>
      </p:pic>
      <p:pic>
        <p:nvPicPr>
          <p:cNvPr id="15" name="그래픽 14" descr="오른쪽 화살표 단색으로 채워진">
            <a:extLst>
              <a:ext uri="{FF2B5EF4-FFF2-40B4-BE49-F238E27FC236}">
                <a16:creationId xmlns:a16="http://schemas.microsoft.com/office/drawing/2014/main" id="{3567504E-BD9F-B6B8-AAEB-A51FC6E8BF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1745" y="5197763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D8BBE6-5601-B752-05AF-D3429D28C0C8}"/>
              </a:ext>
            </a:extLst>
          </p:cNvPr>
          <p:cNvSpPr txBox="1"/>
          <p:nvPr/>
        </p:nvSpPr>
        <p:spPr>
          <a:xfrm>
            <a:off x="2830946" y="5197763"/>
            <a:ext cx="7596909" cy="1296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&lt;p&gt;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태그도 수정해 보고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파일도 넣어서 웹페이지를 만들고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style.css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파일에 스타일을 적용해 보자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251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4125D-B2FE-BF3F-2EED-D59FA760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692535-60BC-9239-5876-D52B8F35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445EE6C-AC3B-7A90-2709-9F153168EA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+ gemini-2.5-flash + Browser use MCP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559ABF-B52A-9641-C69D-4FA43D42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70632"/>
            <a:ext cx="2942177" cy="42656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2E9B02A-A74C-5696-08FC-1FBD4B6815F5}"/>
              </a:ext>
            </a:extLst>
          </p:cNvPr>
          <p:cNvSpPr/>
          <p:nvPr/>
        </p:nvSpPr>
        <p:spPr>
          <a:xfrm>
            <a:off x="599845" y="3984002"/>
            <a:ext cx="2693775" cy="117854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621D88-7DA6-31EC-22BF-A7EDF6E78081}"/>
              </a:ext>
            </a:extLst>
          </p:cNvPr>
          <p:cNvSpPr/>
          <p:nvPr/>
        </p:nvSpPr>
        <p:spPr>
          <a:xfrm>
            <a:off x="2390545" y="1803657"/>
            <a:ext cx="183651" cy="329943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023D7-DAB6-A606-BFCB-922B53034CD3}"/>
              </a:ext>
            </a:extLst>
          </p:cNvPr>
          <p:cNvSpPr txBox="1"/>
          <p:nvPr/>
        </p:nvSpPr>
        <p:spPr>
          <a:xfrm>
            <a:off x="3576720" y="3068781"/>
            <a:ext cx="8341940" cy="229293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mcpServers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github.com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/Saik0s/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mcp-browser-use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streamable-http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"http://localhost:8383/mcp",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command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"C:\\Users\\SG\\Documents\\Cline\\MCP\\mcp-browser-use\\.venv\\Scripts\\mcp-server-browser-use.exe",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["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"],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"GEMINI_API_KEY": "AQ.Ab8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???????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HcHkxQ-0jXr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??????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41Hg83Pyny5poQSQ"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}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}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}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0024DF-91AC-E86F-2430-6A21D05FDBFB}"/>
              </a:ext>
            </a:extLst>
          </p:cNvPr>
          <p:cNvSpPr txBox="1"/>
          <p:nvPr/>
        </p:nvSpPr>
        <p:spPr>
          <a:xfrm>
            <a:off x="3576720" y="1803657"/>
            <a:ext cx="8272544" cy="107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서버를 설정하는 JSON 설정 파일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에이전트(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)가 브라우저를 직접 제어할 수 있도록 해주는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mcp-browser-use라는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외부 도구(서버)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등록하는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json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파일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C42EEB-65D4-A373-AAD8-3DFD00492ABD}"/>
              </a:ext>
            </a:extLst>
          </p:cNvPr>
          <p:cNvSpPr txBox="1"/>
          <p:nvPr/>
        </p:nvSpPr>
        <p:spPr>
          <a:xfrm>
            <a:off x="5652526" y="12915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https://venturebeat.com/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9D6E4F-3249-BE18-5A5B-10DE62B692A3}"/>
              </a:ext>
            </a:extLst>
          </p:cNvPr>
          <p:cNvSpPr txBox="1"/>
          <p:nvPr/>
        </p:nvSpPr>
        <p:spPr>
          <a:xfrm>
            <a:off x="4027133" y="5782959"/>
            <a:ext cx="7904689" cy="61799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https://venturebeat.com/ 에서 최신 정보를 정리하고 한글로 번역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마크다운 형태로 정리한 후 참고할 만한 사이트를 제공하라</a:t>
            </a:r>
          </a:p>
        </p:txBody>
      </p:sp>
      <p:pic>
        <p:nvPicPr>
          <p:cNvPr id="19" name="그래픽 18" descr="일러스트레이터 단색으로 채워진">
            <a:extLst>
              <a:ext uri="{FF2B5EF4-FFF2-40B4-BE49-F238E27FC236}">
                <a16:creationId xmlns:a16="http://schemas.microsoft.com/office/drawing/2014/main" id="{C132DA55-C760-BA6B-7715-FFC3B4AAA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777" y="5677629"/>
            <a:ext cx="541194" cy="54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6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D21C-85FE-5FCC-D0E0-F04E676A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2B474F-539F-25FE-0062-E33618FE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97348B0-8737-F227-11A3-93006A616B8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vs.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model-context-protocol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39BBF-102C-5493-9428-BF5065F2FC8B}"/>
              </a:ext>
            </a:extLst>
          </p:cNvPr>
          <p:cNvSpPr txBox="1"/>
          <p:nvPr/>
        </p:nvSpPr>
        <p:spPr>
          <a:xfrm>
            <a:off x="623454" y="1248422"/>
            <a:ext cx="10945091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b="1" u="none" strike="noStrike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'애플리케이션 간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통신'을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위한 규칙이며, </a:t>
            </a:r>
            <a:r>
              <a:rPr lang="ko-KR" altLang="ko-KR" b="1" u="none" strike="noStrike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'AI 에이전트와 외부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도구·데이터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간의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연결'에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특화된 프로토콜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 descr="출처: norahsakal 블로그">
            <a:extLst>
              <a:ext uri="{FF2B5EF4-FFF2-40B4-BE49-F238E27FC236}">
                <a16:creationId xmlns:a16="http://schemas.microsoft.com/office/drawing/2014/main" id="{E0AEAF15-D26B-771C-5D0E-EB478E862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28" y="2722716"/>
            <a:ext cx="6022109" cy="33874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7DF3F4-C5CB-A697-EF70-0FB0AFDA9885}"/>
              </a:ext>
            </a:extLst>
          </p:cNvPr>
          <p:cNvSpPr txBox="1"/>
          <p:nvPr/>
        </p:nvSpPr>
        <p:spPr>
          <a:xfrm>
            <a:off x="8422755" y="3244334"/>
            <a:ext cx="2591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https://smithery.ai/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474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8888-8A8A-E49F-896A-E26D2FC5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5B8E59-261B-1B8D-D2F2-4961B1E9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51CDBE2-2D31-FDDC-A5CE-7CBD9657FC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MCP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직접 만들기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6F66A-2642-9215-95C1-BCCE15E4A89B}"/>
              </a:ext>
            </a:extLst>
          </p:cNvPr>
          <p:cNvSpPr txBox="1"/>
          <p:nvPr/>
        </p:nvSpPr>
        <p:spPr>
          <a:xfrm>
            <a:off x="1454700" y="1415281"/>
            <a:ext cx="10021454" cy="878446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V</a:t>
            </a:r>
            <a:r>
              <a:rPr lang="ko-KR" altLang="ko-KR" dirty="0" err="1"/>
              <a:t>scode에서</a:t>
            </a:r>
            <a:r>
              <a:rPr lang="ko-KR" altLang="ko-KR" dirty="0"/>
              <a:t> </a:t>
            </a:r>
            <a:r>
              <a:rPr lang="ko-KR" altLang="ko-KR" dirty="0" err="1"/>
              <a:t>cline을</a:t>
            </a:r>
            <a:r>
              <a:rPr lang="ko-KR" altLang="ko-KR" dirty="0"/>
              <a:t> 설치하였다. MCP 를 실습하기 위해 아주 간단한 </a:t>
            </a:r>
            <a:r>
              <a:rPr lang="ko-KR" altLang="ko-KR" dirty="0" err="1"/>
              <a:t>MCP서버를</a:t>
            </a:r>
            <a:r>
              <a:rPr lang="ko-KR" altLang="ko-KR" dirty="0"/>
              <a:t> 만들고 세팅하는 코드</a:t>
            </a:r>
            <a:r>
              <a:rPr lang="ko-KR" altLang="en-US" dirty="0"/>
              <a:t>와 방법을</a:t>
            </a:r>
            <a:r>
              <a:rPr lang="ko-KR" altLang="ko-KR" dirty="0"/>
              <a:t> 주라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일러스트레이터 단색으로 채워진">
            <a:extLst>
              <a:ext uri="{FF2B5EF4-FFF2-40B4-BE49-F238E27FC236}">
                <a16:creationId xmlns:a16="http://schemas.microsoft.com/office/drawing/2014/main" id="{EA7E4E4E-5A28-7BB8-25CF-1BBB255BA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300" y="124842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754D34-0B02-9FF8-6E21-A64E939ABECB}"/>
              </a:ext>
            </a:extLst>
          </p:cNvPr>
          <p:cNvSpPr txBox="1"/>
          <p:nvPr/>
        </p:nvSpPr>
        <p:spPr>
          <a:xfrm>
            <a:off x="1454700" y="2380766"/>
            <a:ext cx="6096000" cy="33855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0051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ko-KR" sz="160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600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</a:t>
            </a:r>
            <a:r>
              <a:rPr lang="ko-KR" altLang="ko-KR" sz="160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6C464-58E7-5492-15E3-8FDD6EA37B08}"/>
              </a:ext>
            </a:extLst>
          </p:cNvPr>
          <p:cNvSpPr txBox="1"/>
          <p:nvPr/>
        </p:nvSpPr>
        <p:spPr>
          <a:xfrm>
            <a:off x="1454700" y="2973218"/>
            <a:ext cx="10021454" cy="46294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Inspector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UI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보여주는 명령어를 제시하라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C5A2E348-25C7-63FB-4A71-F595CA773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300" y="2806359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F7D174-BE53-63E1-2829-CF294670A59A}"/>
              </a:ext>
            </a:extLst>
          </p:cNvPr>
          <p:cNvSpPr txBox="1"/>
          <p:nvPr/>
        </p:nvSpPr>
        <p:spPr>
          <a:xfrm>
            <a:off x="1366982" y="3498979"/>
            <a:ext cx="10109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CP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inspector를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실행해서 브라우저에서 도구를 바로 테스트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6E3FAA-DE36-D4F3-65A7-5870447DDE49}"/>
              </a:ext>
            </a:extLst>
          </p:cNvPr>
          <p:cNvSpPr txBox="1"/>
          <p:nvPr/>
        </p:nvSpPr>
        <p:spPr>
          <a:xfrm>
            <a:off x="1454700" y="3885225"/>
            <a:ext cx="6096000" cy="33855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dev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server.py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DC8AD79-4E6C-537F-32FE-EF020DA6E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17" y="3885225"/>
            <a:ext cx="4867564" cy="268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16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86FF-DBB2-4439-B4E6-83397DCB2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E3BDF-A56F-1AF8-88FA-48968E96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DF0FA9-32F2-3E30-13E6-92C8A865D8E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설치하기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244321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9964</TotalTime>
  <Words>1045</Words>
  <Application>Microsoft Office PowerPoint</Application>
  <PresentationFormat>와이드스크린</PresentationFormat>
  <Paragraphs>131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AI Agent Coding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166</cp:revision>
  <dcterms:created xsi:type="dcterms:W3CDTF">2026-04-06T01:00:39Z</dcterms:created>
  <dcterms:modified xsi:type="dcterms:W3CDTF">2026-07-13T04:28:12Z</dcterms:modified>
  <cp:version/>
</cp:coreProperties>
</file>