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8"/>
  </p:notesMasterIdLst>
  <p:handoutMasterIdLst>
    <p:handoutMasterId r:id="rId9"/>
  </p:handoutMasterIdLst>
  <p:sldIdLst>
    <p:sldId id="256" r:id="rId2"/>
    <p:sldId id="1135" r:id="rId3"/>
    <p:sldId id="1144" r:id="rId4"/>
    <p:sldId id="1146" r:id="rId5"/>
    <p:sldId id="1145" r:id="rId6"/>
    <p:sldId id="1147" r:id="rId7"/>
  </p:sldIdLst>
  <p:sldSz cx="12192000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감사합니다." id="{E75E278A-FF0E-49A4-B170-79828D63BBAD}">
          <p14:sldIdLst>
            <p14:sldId id="256"/>
          </p14:sldIdLst>
        </p14:section>
        <p14:section name="디자인, 모핑, 주석 달기, 공동 작업, 입력하세요" id="{B9B51309-D148-4332-87C2-07BE32FBCA3B}">
          <p14:sldIdLst>
            <p14:sldId id="1135"/>
            <p14:sldId id="1144"/>
            <p14:sldId id="1146"/>
            <p14:sldId id="1145"/>
            <p14:sldId id="1147"/>
          </p14:sldIdLst>
        </p14:section>
        <p14:section name="자세한 정보" id="{2CC34DB2-6590-42C0-AD4B-A04C6060184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만든 이" initials="오전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4726"/>
    <a:srgbClr val="76E3FF"/>
    <a:srgbClr val="FF9B45"/>
    <a:srgbClr val="DD462F"/>
    <a:srgbClr val="404040"/>
    <a:srgbClr val="F8CFB6"/>
    <a:srgbClr val="F8CAB6"/>
    <a:srgbClr val="923922"/>
    <a:srgbClr val="F5F5F5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62" autoAdjust="0"/>
    <p:restoredTop sz="94297" autoAdjust="0"/>
  </p:normalViewPr>
  <p:slideViewPr>
    <p:cSldViewPr snapToGrid="0">
      <p:cViewPr varScale="1">
        <p:scale>
          <a:sx n="80" d="100"/>
          <a:sy n="80" d="100"/>
        </p:scale>
        <p:origin x="874" y="5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59582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104" d="100"/>
          <a:sy n="104" d="100"/>
        </p:scale>
        <p:origin x="460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24059DE-6CD5-4C59-8233-088CE5808E67}" type="datetime1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2026-07-04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679768-A2FC-4D08-91F6-8DCE6C566B36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‹#›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3E1C3DD-4A19-441D-907C-380838DB51C4}" type="datetime1">
              <a:rPr lang="ko-KR" altLang="en-US" noProof="0" smtClean="0"/>
              <a:t>2026-07-04</a:t>
            </a:fld>
            <a:endParaRPr lang="ko-KR" altLang="en-US" noProof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ko-KR" altLang="en-US" noProof="0" dirty="0"/>
              <a:t>마스터 텍스트 스타일을 편집하려면 클릭하세요</a:t>
            </a:r>
            <a:r>
              <a:rPr lang="en-US" altLang="ko-KR" noProof="0" dirty="0"/>
              <a:t>.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F61EA0F-A667-4B49-8422-0062BC55E249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2" name="직선 연결선(S)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rtlCol="0"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0" hasCustomPrompt="1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  <p:sp>
        <p:nvSpPr>
          <p:cNvPr id="6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90475B5-67CA-4281-BDCA-DA943C3C8EB3}" type="datetime1">
              <a:rPr lang="ko-KR" altLang="en-US" noProof="0" smtClean="0"/>
              <a:t>2026-07-04</a:t>
            </a:fld>
            <a:endParaRPr lang="ko-KR" altLang="en-US" noProof="0"/>
          </a:p>
        </p:txBody>
      </p:sp>
      <p:sp>
        <p:nvSpPr>
          <p:cNvPr id="7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 rtlCol="0">
            <a:normAutofit/>
          </a:bodyPr>
          <a:lstStyle>
            <a:lvl1pPr>
              <a:defRPr sz="36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sz="quarter" idx="13" hasCustomPrompt="1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13795" y="139083"/>
            <a:ext cx="10353762" cy="766439"/>
          </a:xfrm>
        </p:spPr>
        <p:txBody>
          <a:bodyPr rtlCol="0">
            <a:normAutofit/>
          </a:bodyPr>
          <a:lstStyle>
            <a:lvl1pPr>
              <a:defRPr sz="3200">
                <a:latin typeface="Batang" panose="02030600000101010101" pitchFamily="18" charset="-127"/>
                <a:ea typeface="Batang" panose="02030600000101010101" pitchFamily="18" charset="-127"/>
              </a:defRPr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913795" y="1127464"/>
            <a:ext cx="10353762" cy="4663735"/>
          </a:xfrm>
        </p:spPr>
        <p:txBody>
          <a:bodyPr rtlCol="0"/>
          <a:lstStyle>
            <a:lvl1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1pPr>
            <a:lvl2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2pPr>
            <a:lvl3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3pPr>
            <a:lvl4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4pPr>
            <a:lvl5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5pPr>
          </a:lstStyle>
          <a:p>
            <a:pPr lvl="0" rtl="0"/>
            <a:r>
              <a:rPr lang="ko-KR" altLang="en-US" dirty="0"/>
              <a:t>마스터 텍스트 스타일을 편집하려면 클릭</a:t>
            </a:r>
          </a:p>
          <a:p>
            <a:pPr lvl="1" rtl="0"/>
            <a:r>
              <a:rPr lang="ko-KR" altLang="en-US" dirty="0"/>
              <a:t>두 번째 수준</a:t>
            </a:r>
          </a:p>
          <a:p>
            <a:pPr lvl="2" rtl="0"/>
            <a:r>
              <a:rPr lang="ko-KR" altLang="en-US" dirty="0"/>
              <a:t>세 번째 수준</a:t>
            </a:r>
          </a:p>
          <a:p>
            <a:pPr lvl="3" rtl="0"/>
            <a:r>
              <a:rPr lang="ko-KR" altLang="en-US" dirty="0"/>
              <a:t>네 번째 수준</a:t>
            </a:r>
          </a:p>
          <a:p>
            <a:pPr lvl="4" rtl="0"/>
            <a:r>
              <a:rPr lang="ko-KR" altLang="en-US" dirty="0"/>
              <a:t>다섯 번째 수준</a:t>
            </a:r>
            <a:endParaRPr 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4745536-17E2-EEF7-D107-B4146DE214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924" y="6365874"/>
            <a:ext cx="355393" cy="393576"/>
          </a:xfrm>
          <a:prstGeom prst="rect">
            <a:avLst/>
          </a:prstGeom>
        </p:spPr>
      </p:pic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3AC7079E-4A2B-916C-C464-65DEFE4341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7" y="619823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7/4/2026</a:t>
            </a:fld>
            <a:endParaRPr lang="en-US" dirty="0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A9D00E07-4D48-7C0C-4DF1-A39D6E8BB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19823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1DFF8BFD-50B2-6671-09A6-3F6A70B59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19823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3027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C655C81E-72E7-4D05-94B5-F45B321A525D}" type="datetime1">
              <a:rPr lang="ko-KR" altLang="en-US" noProof="0" smtClean="0"/>
              <a:t>2026-07-04</a:t>
            </a:fld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" name="직선 연결선(S)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5" r:id="rId4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2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0" indent="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228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685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1430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16002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0574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1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colab.research.google.com/?hl=ko#scrollTo=-sdyeRMXPvU_" TargetMode="Externa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81025" y="1164324"/>
            <a:ext cx="11344275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4400" dirty="0">
                <a:solidFill>
                  <a:schemeClr val="bg1"/>
                </a:solidFill>
              </a:rPr>
              <a:t>AI Agents</a:t>
            </a:r>
            <a:endParaRPr lang="ko-KR" altLang="en-US" sz="4400" dirty="0">
              <a:solidFill>
                <a:schemeClr val="bg1"/>
              </a:solidFill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D2A693FF-597D-D05E-69BD-7CA96D17F1CD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</a:rPr>
              <a:t>조상구교수</a:t>
            </a:r>
            <a:endParaRPr lang="en-US" altLang="ko-KR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F720D6-5AE6-3C71-71A9-7178299E6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BA99687-4C48-8DA7-5F76-6B7712A59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FD810985-A788-B5F8-19D5-7D75D19399E4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Goals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AAB68B-A2BA-07A3-DB75-5B56921FF4A0}"/>
              </a:ext>
            </a:extLst>
          </p:cNvPr>
          <p:cNvSpPr txBox="1"/>
          <p:nvPr/>
        </p:nvSpPr>
        <p:spPr>
          <a:xfrm>
            <a:off x="577530" y="1248422"/>
            <a:ext cx="1123346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2400" dirty="0"/>
              <a:t>This chapter covers</a:t>
            </a:r>
          </a:p>
          <a:p>
            <a:pPr marL="800100" lvl="1" indent="-342900">
              <a:buFont typeface="Wingdings" panose="05000000000000000000" pitchFamily="2" charset="2"/>
              <a:buChar char="v"/>
            </a:pPr>
            <a:r>
              <a:rPr lang="ko-KR" altLang="en-US" sz="2400" dirty="0" err="1"/>
              <a:t>ㄴㅁㅁㄹ</a:t>
            </a: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5784340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A25A0-07BB-CDBB-0F29-43C26D718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01BC892-601E-1AA8-C846-9F4AAFE73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88BA978F-02A6-660E-64AA-E1911BB0D584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Agents</a:t>
            </a:r>
          </a:p>
        </p:txBody>
      </p:sp>
      <p:pic>
        <p:nvPicPr>
          <p:cNvPr id="1026" name="Picture 2" descr="MIB Men in Black Agent H ID Badge for Desk Personalization - Walmart  Business Supplies">
            <a:extLst>
              <a:ext uri="{FF2B5EF4-FFF2-40B4-BE49-F238E27FC236}">
                <a16:creationId xmlns:a16="http://schemas.microsoft.com/office/drawing/2014/main" id="{B33B30C2-6FAA-96CA-B92F-2C24C42EC3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7282" y="2366963"/>
            <a:ext cx="2481729" cy="3138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4" descr="MIB Men in Black Agent K &amp; J ID Set of 2 ID Badges : Amazon.in: Office Products">
            <a:extLst>
              <a:ext uri="{FF2B5EF4-FFF2-40B4-BE49-F238E27FC236}">
                <a16:creationId xmlns:a16="http://schemas.microsoft.com/office/drawing/2014/main" id="{A0D3CF58-6943-4A00-FACC-AF276257F3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9003" y="2366963"/>
            <a:ext cx="3341437" cy="3138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Amazon.com : MIB Men in Black Agent M ID Badge : Office Products">
            <a:extLst>
              <a:ext uri="{FF2B5EF4-FFF2-40B4-BE49-F238E27FC236}">
                <a16:creationId xmlns:a16="http://schemas.microsoft.com/office/drawing/2014/main" id="{0CE76CE8-2845-5576-A9B0-9F3225DF61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9011" y="2366963"/>
            <a:ext cx="1617102" cy="3138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55051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4C4A94-8BCA-872D-7423-FE3B12796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10F0001-9411-7C4E-562A-6D52F3C94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F2F0FBC7-3D1C-5821-6A59-F4F3C29716CC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Agent</a:t>
            </a:r>
            <a:r>
              <a:rPr lang="ko-KR" altLang="en-US" sz="2800" b="1" cap="none" dirty="0">
                <a:latin typeface="Lora" pitchFamily="2" charset="0"/>
              </a:rPr>
              <a:t> </a:t>
            </a:r>
            <a:r>
              <a:rPr lang="en-US" altLang="ko-KR" sz="2800" b="1" cap="none" dirty="0">
                <a:latin typeface="Lora" pitchFamily="2" charset="0"/>
              </a:rPr>
              <a:t>= AI + Harness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70A8C2-C37F-B9A0-44D8-DF747225DB35}"/>
              </a:ext>
            </a:extLst>
          </p:cNvPr>
          <p:cNvSpPr txBox="1"/>
          <p:nvPr/>
        </p:nvSpPr>
        <p:spPr>
          <a:xfrm>
            <a:off x="7161876" y="2081988"/>
            <a:ext cx="3061624" cy="2127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목적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(Goal)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예측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(Predict)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조정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(Control)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1028" name="Picture 4" descr="말을 타는 사람">
            <a:extLst>
              <a:ext uri="{FF2B5EF4-FFF2-40B4-BE49-F238E27FC236}">
                <a16:creationId xmlns:a16="http://schemas.microsoft.com/office/drawing/2014/main" id="{2AD0284C-07B6-C81F-3E9C-68A18AD39E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8479" y="2081988"/>
            <a:ext cx="4906962" cy="3577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99160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48FC5E-E5B2-C51D-B5D1-2FC222409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D19EC0-6330-20E9-A1AF-CEDE65FC5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7C481E3E-0CDE-9F85-9CC8-DCB1C387C254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AI Platform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126A99-3ED1-DD5C-2C9B-97C1CDC02DEF}"/>
              </a:ext>
            </a:extLst>
          </p:cNvPr>
          <p:cNvSpPr txBox="1"/>
          <p:nvPr/>
        </p:nvSpPr>
        <p:spPr>
          <a:xfrm>
            <a:off x="1422400" y="1640603"/>
            <a:ext cx="1008888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altLang="ko-KR" sz="1800" b="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① Workflow</a:t>
            </a:r>
            <a:endParaRPr lang="en-US" altLang="ko-KR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rtl="0">
              <a:buNone/>
            </a:pPr>
            <a:r>
              <a:rPr lang="en-US" altLang="ko-KR" sz="1800" b="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-------------------</a:t>
            </a:r>
            <a:endParaRPr lang="en-US" altLang="ko-KR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rtl="0">
              <a:buNone/>
            </a:pPr>
            <a:r>
              <a:rPr lang="en-US" altLang="ko-KR" sz="1800" b="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n8n, Prefect, </a:t>
            </a:r>
            <a:r>
              <a:rPr lang="en-US" altLang="ko-KR" sz="1800" b="0" i="0" u="none" strike="noStrike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Dagster</a:t>
            </a:r>
            <a:r>
              <a:rPr lang="en-US" altLang="ko-KR" sz="1800" b="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Airflow….</a:t>
            </a:r>
            <a:endParaRPr lang="en-US" altLang="ko-KR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rtl="0">
              <a:buNone/>
            </a:pPr>
            <a:endParaRPr lang="en-US" altLang="ko-KR" sz="1800" b="0" i="0" u="none" strike="noStrike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rtl="0">
              <a:buNone/>
            </a:pPr>
            <a:r>
              <a:rPr lang="en-US" altLang="ko-KR" sz="1800" b="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↓</a:t>
            </a:r>
            <a:endParaRPr lang="en-US" altLang="ko-KR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endParaRPr lang="en-US" altLang="ko-KR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rtl="0">
              <a:buNone/>
            </a:pPr>
            <a:r>
              <a:rPr lang="en-US" altLang="ko-KR" sz="1800" b="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② Agent</a:t>
            </a:r>
            <a:endParaRPr lang="en-US" altLang="ko-KR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rtl="0">
              <a:buNone/>
            </a:pPr>
            <a:r>
              <a:rPr lang="en-US" altLang="ko-KR" sz="1800" b="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-------------------</a:t>
            </a:r>
            <a:endParaRPr lang="en-US" altLang="ko-KR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rtl="0">
              <a:buNone/>
            </a:pPr>
            <a:r>
              <a:rPr lang="en-US" altLang="ko-KR" sz="1800" b="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LangGraph, </a:t>
            </a:r>
            <a:r>
              <a:rPr lang="en-US" altLang="ko-KR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OpenAI Agents SDK, </a:t>
            </a:r>
            <a:r>
              <a:rPr lang="en-US" altLang="ko-KR" sz="1800" b="0" i="0" u="none" strike="noStrike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CrewAI</a:t>
            </a:r>
            <a:r>
              <a:rPr lang="en-US" altLang="ko-KR" sz="1800" b="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…</a:t>
            </a:r>
            <a:endParaRPr lang="en-US" altLang="ko-KR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endParaRPr lang="en-US" altLang="ko-KR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rtl="0">
              <a:buNone/>
            </a:pPr>
            <a:r>
              <a:rPr lang="en-US" altLang="ko-KR" sz="1800" b="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↓</a:t>
            </a:r>
            <a:endParaRPr lang="en-US" altLang="ko-KR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endParaRPr lang="en-US" altLang="ko-KR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rtl="0">
              <a:buNone/>
            </a:pPr>
            <a:r>
              <a:rPr lang="en-US" altLang="ko-KR" sz="1800" b="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③ Agent Platform</a:t>
            </a:r>
            <a:endParaRPr lang="en-US" altLang="ko-KR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rtl="0">
              <a:buNone/>
            </a:pPr>
            <a:r>
              <a:rPr lang="en-US" altLang="ko-KR" sz="1800" b="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-------------------</a:t>
            </a:r>
            <a:endParaRPr lang="en-US" altLang="ko-KR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rtl="0">
              <a:buNone/>
            </a:pPr>
            <a:r>
              <a:rPr lang="en-US" altLang="ko-KR" sz="1800" b="0" i="0" u="none" strike="noStrike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LangSmith</a:t>
            </a:r>
            <a:r>
              <a:rPr lang="en-US" altLang="ko-KR" sz="1800" b="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Fleet, Google Agent Engine, Microsoft Copilot Studio, Amazon Bedrock Agents</a:t>
            </a:r>
            <a:endParaRPr lang="en-US" altLang="ko-KR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8" name="그래픽 7" descr="화살표가 있는 원">
            <a:extLst>
              <a:ext uri="{FF2B5EF4-FFF2-40B4-BE49-F238E27FC236}">
                <a16:creationId xmlns:a16="http://schemas.microsoft.com/office/drawing/2014/main" id="{259331E3-58B1-19AC-856F-3155A3D5DD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0" y="2382520"/>
            <a:ext cx="2092960" cy="2092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0082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D4B57-93D9-0468-7551-29306C63BF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808D50B-4B99-DF47-3BF4-F81FFA20E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27DB069D-FCC4-495B-B505-098B57F27B2F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google </a:t>
            </a:r>
            <a:r>
              <a:rPr lang="en-US" altLang="ko-KR" sz="2800" b="1" cap="none" dirty="0" err="1">
                <a:latin typeface="Lora" pitchFamily="2" charset="0"/>
              </a:rPr>
              <a:t>gemini</a:t>
            </a:r>
            <a:r>
              <a:rPr lang="en-US" altLang="ko-KR" sz="2800" b="1" cap="none" dirty="0">
                <a:latin typeface="Lora" pitchFamily="2" charset="0"/>
              </a:rPr>
              <a:t> SDK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6E448FD-C14E-92DF-BCEC-2802271E4081}"/>
              </a:ext>
            </a:extLst>
          </p:cNvPr>
          <p:cNvSpPr txBox="1"/>
          <p:nvPr/>
        </p:nvSpPr>
        <p:spPr>
          <a:xfrm>
            <a:off x="685800" y="1857375"/>
            <a:ext cx="21451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hlinkClick r:id="rId2"/>
              </a:rPr>
              <a:t>google </a:t>
            </a:r>
            <a:r>
              <a:rPr lang="en-US" altLang="ko-KR" dirty="0" err="1">
                <a:hlinkClick r:id="rId2"/>
              </a:rPr>
              <a:t>gemini</a:t>
            </a:r>
            <a:r>
              <a:rPr lang="en-US" altLang="ko-KR" dirty="0">
                <a:hlinkClick r:id="rId2"/>
              </a:rPr>
              <a:t> SDK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6B178D1-92C3-CCC2-D524-AF57427B62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346163"/>
            <a:ext cx="9439275" cy="3872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096588"/>
      </p:ext>
    </p:extLst>
  </p:cSld>
  <p:clrMapOvr>
    <a:masterClrMapping/>
  </p:clrMapOvr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0957323_TF10001108_Win32.potx" id="{89E2DA47-811B-41FC-8101-7BA0FB62AE2C}" vid="{0AAAB8A4-2457-4279-BA92-56392840B1F0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{9FD8D820-F221-4C2D-97F8-71B66FDCF583}TF2989475c-5427-4edb-9ec1-00f4ce72165be756b0ce_win32-2ff1dad8fff0</Template>
  <TotalTime>9575</TotalTime>
  <Words>84</Words>
  <Application>Microsoft Office PowerPoint</Application>
  <PresentationFormat>와이드스크린</PresentationFormat>
  <Paragraphs>37</Paragraphs>
  <Slides>6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3" baseType="lpstr">
      <vt:lpstr>D2Coding</vt:lpstr>
      <vt:lpstr>맑은 고딕</vt:lpstr>
      <vt:lpstr>Batang</vt:lpstr>
      <vt:lpstr>Arial</vt:lpstr>
      <vt:lpstr>Lora</vt:lpstr>
      <vt:lpstr>Wingdings</vt:lpstr>
      <vt:lpstr>WelcomeDoc</vt:lpstr>
      <vt:lpstr>AI Agents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조상구</dc:creator>
  <cp:keywords/>
  <cp:lastModifiedBy>Sanggoo Cho</cp:lastModifiedBy>
  <cp:revision>149</cp:revision>
  <dcterms:created xsi:type="dcterms:W3CDTF">2026-04-06T01:00:39Z</dcterms:created>
  <dcterms:modified xsi:type="dcterms:W3CDTF">2026-07-04T06:35:53Z</dcterms:modified>
  <cp:version/>
</cp:coreProperties>
</file>