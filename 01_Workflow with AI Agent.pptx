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51" r:id="rId3"/>
    <p:sldId id="1149" r:id="rId4"/>
    <p:sldId id="1153" r:id="rId5"/>
    <p:sldId id="1154" r:id="rId6"/>
    <p:sldId id="1155" r:id="rId7"/>
    <p:sldId id="1156" r:id="rId8"/>
    <p:sldId id="1158" r:id="rId9"/>
    <p:sldId id="1157" r:id="rId10"/>
    <p:sldId id="1152" r:id="rId11"/>
    <p:sldId id="1148" r:id="rId12"/>
    <p:sldId id="1144" r:id="rId13"/>
    <p:sldId id="1146" r:id="rId14"/>
    <p:sldId id="1145" r:id="rId15"/>
    <p:sldId id="1159" r:id="rId16"/>
    <p:sldId id="1160" r:id="rId17"/>
    <p:sldId id="1147" r:id="rId18"/>
    <p:sldId id="1161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3"/>
            <p14:sldId id="1154"/>
            <p14:sldId id="1155"/>
            <p14:sldId id="1156"/>
            <p14:sldId id="1158"/>
            <p14:sldId id="1157"/>
            <p14:sldId id="1152"/>
            <p14:sldId id="1148"/>
            <p14:sldId id="1144"/>
            <p14:sldId id="1146"/>
            <p14:sldId id="1145"/>
            <p14:sldId id="1159"/>
            <p14:sldId id="1160"/>
            <p14:sldId id="1147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E13-4274-FC83-0C13-AB7E64FEA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8A59E7-2C61-6B42-DBB2-990B60A9F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EE789-EA3F-CF59-63C1-19D2FC296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EA449-FD99-96E2-D40F-77F42EB7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6255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youtube.com/watch?v=Lg-meK5IU8Q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colab.research.google.com/?hl=ko#scrollTo=-sdyeRMXPvU_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20530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with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AI Agents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Automation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51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EF76D1-CAE6-CD5A-633D-F6C7822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757BAF-76C5-DC9F-96FE-0F8C46935739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0C043-592A-2E99-7E0D-D54383D0F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73CB0-67E7-D82B-8262-4CA760EC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B3C53D-7F15-DA3B-1BAA-B069AC28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952649-E635-4700-C7D2-B79C5D7E23D2}"/>
              </a:ext>
            </a:extLst>
          </p:cNvPr>
          <p:cNvSpPr txBox="1"/>
          <p:nvPr/>
        </p:nvSpPr>
        <p:spPr>
          <a:xfrm>
            <a:off x="558800" y="3429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Prefect </a:t>
            </a:r>
            <a:r>
              <a:rPr lang="ko-KR" altLang="en-US" dirty="0">
                <a:hlinkClick r:id="rId2"/>
              </a:rPr>
              <a:t>기초부터 활용까지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311371-C738-6A0C-383F-4B47728C184F}"/>
              </a:ext>
            </a:extLst>
          </p:cNvPr>
          <p:cNvSpPr txBox="1"/>
          <p:nvPr/>
        </p:nvSpPr>
        <p:spPr>
          <a:xfrm>
            <a:off x="558800" y="1248422"/>
            <a:ext cx="11074400" cy="1881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Orchestrate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workflows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Build</a:t>
            </a:r>
            <a:r>
              <a:rPr lang="ko-KR" altLang="ko-KR" sz="2000" dirty="0">
                <a:latin typeface="+mj-ea"/>
                <a:ea typeface="+mj-ea"/>
              </a:rPr>
              <a:t> AI </a:t>
            </a:r>
            <a:r>
              <a:rPr lang="ko-KR" altLang="ko-KR" sz="2000" dirty="0" err="1">
                <a:latin typeface="+mj-ea"/>
                <a:ea typeface="+mj-ea"/>
              </a:rPr>
              <a:t>applications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Open-source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foundations</a:t>
            </a:r>
            <a:r>
              <a:rPr lang="ko-KR" altLang="ko-KR" sz="2000" dirty="0">
                <a:latin typeface="+mj-ea"/>
                <a:ea typeface="+mj-ea"/>
              </a:rPr>
              <a:t>, </a:t>
            </a:r>
            <a:r>
              <a:rPr lang="ko-KR" altLang="ko-KR" sz="2000" dirty="0" err="1">
                <a:latin typeface="+mj-ea"/>
                <a:ea typeface="+mj-ea"/>
              </a:rPr>
              <a:t>production-ready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platforms</a:t>
            </a:r>
            <a:r>
              <a:rPr lang="ko-KR" altLang="ko-KR" sz="20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66845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48E7-5CD4-B95C-7121-E68D8E4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DE822-1DE3-48B6-4C39-6C216D1ED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A07C9A8-8478-9B1B-7227-65EC006D8E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02_machine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AB749C-9DD9-693A-A0D5-CB41743B4EC1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11923439-EBE3-433A-A30E-A8824719AAF8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381518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C5D0-B203-CB0A-83E0-1EFA230B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E2921-ABDC-7C89-F35D-DE6E8216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B67FEF0-23A4-CE97-21A0-164164E242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696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F3B32-7AD8-6A79-B20F-F40621507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10A2E4-4F28-0263-3320-8C0A0FF71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D3408-A442-A13C-A96B-CBBE014126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16EFA-B588-D13F-2C59-D9750F2A1ED4}"/>
              </a:ext>
            </a:extLst>
          </p:cNvPr>
          <p:cNvSpPr txBox="1"/>
          <p:nvPr/>
        </p:nvSpPr>
        <p:spPr>
          <a:xfrm>
            <a:off x="577530" y="1248422"/>
            <a:ext cx="112334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2400" dirty="0" err="1"/>
              <a:t>ㄴㅁㅁㄹ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97575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Agents</a:t>
            </a:r>
          </a:p>
        </p:txBody>
      </p:sp>
      <p:pic>
        <p:nvPicPr>
          <p:cNvPr id="1026" name="Picture 2" descr="MIB Men in Black Agent H ID Badge for Desk Personalization - Walmart  Business Supplies">
            <a:extLst>
              <a:ext uri="{FF2B5EF4-FFF2-40B4-BE49-F238E27FC236}">
                <a16:creationId xmlns:a16="http://schemas.microsoft.com/office/drawing/2014/main" id="{B33B30C2-6FAA-96CA-B92F-2C24C42EC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7282" y="2366963"/>
            <a:ext cx="2481729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MIB Men in Black Agent K &amp; J ID Set of 2 ID Badges : Amazon.in: Office Products">
            <a:extLst>
              <a:ext uri="{FF2B5EF4-FFF2-40B4-BE49-F238E27FC236}">
                <a16:creationId xmlns:a16="http://schemas.microsoft.com/office/drawing/2014/main" id="{A0D3CF58-6943-4A00-FACC-AF276257F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003" y="2366963"/>
            <a:ext cx="3341437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.com : MIB Men in Black Agent M ID Badge : Office Products">
            <a:extLst>
              <a:ext uri="{FF2B5EF4-FFF2-40B4-BE49-F238E27FC236}">
                <a16:creationId xmlns:a16="http://schemas.microsoft.com/office/drawing/2014/main" id="{0CE76CE8-2845-5576-A9B0-9F3225DF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011" y="2366963"/>
            <a:ext cx="1617102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FBFC-0B06-A7BB-1767-38AAEFB33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DEE5D-48A7-1475-420E-3A1772A3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48A06A-6DC1-B280-71C6-B7BE40C18E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Agent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837A6C-1C40-E40A-1386-2123C80207F2}"/>
              </a:ext>
            </a:extLst>
          </p:cNvPr>
          <p:cNvSpPr txBox="1"/>
          <p:nvPr/>
        </p:nvSpPr>
        <p:spPr>
          <a:xfrm>
            <a:off x="1085850" y="1905000"/>
            <a:ext cx="1638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AI Agent Skills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0B869E8-9E67-910D-CE04-10AA339EB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02" y="1478591"/>
            <a:ext cx="4981964" cy="492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79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9D315-B382-1617-22F4-BBF89CC1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5AB818-D59C-FAA0-0AAD-538131313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60307-5142-7081-A269-30B645F136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Agent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FF27FD2-2989-8E72-4D6F-0E509A7BCE5C}"/>
              </a:ext>
            </a:extLst>
          </p:cNvPr>
          <p:cNvSpPr/>
          <p:nvPr/>
        </p:nvSpPr>
        <p:spPr>
          <a:xfrm>
            <a:off x="1857375" y="1811969"/>
            <a:ext cx="1981200" cy="5810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F960225-DCF9-4D70-3F6F-A80DB638DE63}"/>
              </a:ext>
            </a:extLst>
          </p:cNvPr>
          <p:cNvSpPr/>
          <p:nvPr/>
        </p:nvSpPr>
        <p:spPr>
          <a:xfrm>
            <a:off x="542926" y="2956541"/>
            <a:ext cx="1809750" cy="68580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BDCE812-EEFD-CC77-FE73-A201FC35E6A6}"/>
              </a:ext>
            </a:extLst>
          </p:cNvPr>
          <p:cNvSpPr/>
          <p:nvPr/>
        </p:nvSpPr>
        <p:spPr>
          <a:xfrm>
            <a:off x="3457576" y="2956541"/>
            <a:ext cx="1809750" cy="68580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F69BED8-99AA-2D5A-C2B5-66C16F9B03D8}"/>
              </a:ext>
            </a:extLst>
          </p:cNvPr>
          <p:cNvSpPr/>
          <p:nvPr/>
        </p:nvSpPr>
        <p:spPr>
          <a:xfrm>
            <a:off x="7981950" y="1811968"/>
            <a:ext cx="1981200" cy="5810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3A90BD8-5D68-1227-66C5-6E49C36856B2}"/>
              </a:ext>
            </a:extLst>
          </p:cNvPr>
          <p:cNvSpPr/>
          <p:nvPr/>
        </p:nvSpPr>
        <p:spPr>
          <a:xfrm>
            <a:off x="9104311" y="2629821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859F438-2A98-9A5E-190B-411A05AFDF0C}"/>
              </a:ext>
            </a:extLst>
          </p:cNvPr>
          <p:cNvSpPr/>
          <p:nvPr/>
        </p:nvSpPr>
        <p:spPr>
          <a:xfrm>
            <a:off x="9104311" y="3642990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3FBB09-5780-0889-ADB0-AACDEB911DD3}"/>
              </a:ext>
            </a:extLst>
          </p:cNvPr>
          <p:cNvSpPr/>
          <p:nvPr/>
        </p:nvSpPr>
        <p:spPr>
          <a:xfrm>
            <a:off x="9104311" y="4656159"/>
            <a:ext cx="1409700" cy="5810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 Engineering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11947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E448FD-C14E-92DF-BCEC-2802271E4081}"/>
              </a:ext>
            </a:extLst>
          </p:cNvPr>
          <p:cNvSpPr txBox="1"/>
          <p:nvPr/>
        </p:nvSpPr>
        <p:spPr>
          <a:xfrm>
            <a:off x="685800" y="1857375"/>
            <a:ext cx="2145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google </a:t>
            </a:r>
            <a:r>
              <a:rPr lang="en-US" altLang="ko-KR" dirty="0" err="1">
                <a:hlinkClick r:id="rId2"/>
              </a:rPr>
              <a:t>gemini</a:t>
            </a:r>
            <a:r>
              <a:rPr lang="en-US" altLang="ko-KR" dirty="0">
                <a:hlinkClick r:id="rId2"/>
              </a:rPr>
              <a:t> SDK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6B178D1-92C3-CCC2-D524-AF57427B6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46163"/>
            <a:ext cx="9439275" cy="387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BD28-DB95-62F9-8D53-79638B353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2F9EC-F032-0F7E-ED31-C7237DDB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7161F7-4E40-9AA5-77DB-5C9C8F8DB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Harness Engineering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134482-2CD9-E3B3-133A-BC9B2BE3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182823"/>
              </p:ext>
            </p:extLst>
          </p:nvPr>
        </p:nvGraphicFramePr>
        <p:xfrm>
          <a:off x="638885" y="1543208"/>
          <a:ext cx="11114964" cy="4043092"/>
        </p:xfrm>
        <a:graphic>
          <a:graphicData uri="http://schemas.openxmlformats.org/drawingml/2006/table">
            <a:tbl>
              <a:tblPr/>
              <a:tblGrid>
                <a:gridCol w="2675815">
                  <a:extLst>
                    <a:ext uri="{9D8B030D-6E8A-4147-A177-3AD203B41FA5}">
                      <a16:colId xmlns:a16="http://schemas.microsoft.com/office/drawing/2014/main" val="569965403"/>
                    </a:ext>
                  </a:extLst>
                </a:gridCol>
                <a:gridCol w="3724275">
                  <a:extLst>
                    <a:ext uri="{9D8B030D-6E8A-4147-A177-3AD203B41FA5}">
                      <a16:colId xmlns:a16="http://schemas.microsoft.com/office/drawing/2014/main" val="296715999"/>
                    </a:ext>
                  </a:extLst>
                </a:gridCol>
                <a:gridCol w="4714874">
                  <a:extLst>
                    <a:ext uri="{9D8B030D-6E8A-4147-A177-3AD203B41FA5}">
                      <a16:colId xmlns:a16="http://schemas.microsoft.com/office/drawing/2014/main" val="3804051023"/>
                    </a:ext>
                  </a:extLst>
                </a:gridCol>
              </a:tblGrid>
              <a:tr h="25858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요즘 말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떠올리면 되는 고전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한 줄 요약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522137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바이브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코딩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vibe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프로토타이핑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(prototyping)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느낌 가는 대로 빠르게 만들어 던져보는 스케치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맘에 안 들면 버리는 게 당연한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회용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23978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스펙 코딩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spec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요구공학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requirements engineering)·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코딩하기 전에 무엇을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왜 만들어야 하는지 텍스트로 확실히 못 박고 들어가기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97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루프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loop)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스파이럴 모델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spiral model)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목표 설정 → 측정 → 실행 → 교정의 무한 루프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측정이 불가능하면 루프도 멈춘다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674535"/>
                  </a:ext>
                </a:extLst>
              </a:tr>
              <a:tr h="79565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harness)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 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(test harness)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 위의 전부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모든 규칙을 기계적으로 강제하는 안전하고 견고한 그릇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9205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FC055-AD74-D401-E12F-0C7E68F52296}"/>
              </a:ext>
            </a:extLst>
          </p:cNvPr>
          <p:cNvSpPr txBox="1"/>
          <p:nvPr/>
        </p:nvSpPr>
        <p:spPr>
          <a:xfrm>
            <a:off x="771525" y="6036261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hlinkClick r:id="rId2"/>
              </a:rPr>
              <a:t>하네스</a:t>
            </a:r>
            <a:r>
              <a:rPr lang="ko-KR" altLang="en-US" dirty="0">
                <a:hlinkClick r:id="rId2"/>
              </a:rPr>
              <a:t> 엔지니어링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89390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9628</TotalTime>
  <Words>325</Words>
  <Application>Microsoft Office PowerPoint</Application>
  <PresentationFormat>와이드스크린</PresentationFormat>
  <Paragraphs>109</Paragraphs>
  <Slides>18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Workflow Automation with AI Agents</vt:lpstr>
      <vt:lpstr>Workflow Automation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152</cp:revision>
  <dcterms:created xsi:type="dcterms:W3CDTF">2026-04-06T01:00:39Z</dcterms:created>
  <dcterms:modified xsi:type="dcterms:W3CDTF">2026-07-09T14:03:58Z</dcterms:modified>
  <cp:version/>
</cp:coreProperties>
</file>