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256" r:id="rId2"/>
    <p:sldId id="1135" r:id="rId3"/>
    <p:sldId id="1144" r:id="rId4"/>
    <p:sldId id="1146" r:id="rId5"/>
    <p:sldId id="1145" r:id="rId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46"/>
            <p14:sldId id="11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AI Agents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2400" dirty="0" err="1"/>
              <a:t>ㄴㅁㅁㄹ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Agents</a:t>
            </a:r>
          </a:p>
        </p:txBody>
      </p:sp>
      <p:pic>
        <p:nvPicPr>
          <p:cNvPr id="1026" name="Picture 2" descr="MIB Men in Black Agent H ID Badge for Desk Personalization - Walmart  Business Supplies">
            <a:extLst>
              <a:ext uri="{FF2B5EF4-FFF2-40B4-BE49-F238E27FC236}">
                <a16:creationId xmlns:a16="http://schemas.microsoft.com/office/drawing/2014/main" id="{B33B30C2-6FAA-96CA-B92F-2C24C42EC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7282" y="2366963"/>
            <a:ext cx="2481729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MIB Men in Black Agent K &amp; J ID Set of 2 ID Badges : Amazon.in: Office Products">
            <a:extLst>
              <a:ext uri="{FF2B5EF4-FFF2-40B4-BE49-F238E27FC236}">
                <a16:creationId xmlns:a16="http://schemas.microsoft.com/office/drawing/2014/main" id="{A0D3CF58-6943-4A00-FACC-AF276257F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003" y="2366963"/>
            <a:ext cx="3341437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.com : MIB Men in Black Agent M ID Badge : Office Products">
            <a:extLst>
              <a:ext uri="{FF2B5EF4-FFF2-40B4-BE49-F238E27FC236}">
                <a16:creationId xmlns:a16="http://schemas.microsoft.com/office/drawing/2014/main" id="{0CE76CE8-2845-5576-A9B0-9F3225DF6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011" y="2366963"/>
            <a:ext cx="1617102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9494</TotalTime>
  <Words>77</Words>
  <Application>Microsoft Office PowerPoint</Application>
  <PresentationFormat>와이드스크린</PresentationFormat>
  <Paragraphs>34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AI Agents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148</cp:revision>
  <dcterms:created xsi:type="dcterms:W3CDTF">2026-04-06T01:00:39Z</dcterms:created>
  <dcterms:modified xsi:type="dcterms:W3CDTF">2026-07-04T05:15:21Z</dcterms:modified>
  <cp:version/>
</cp:coreProperties>
</file>