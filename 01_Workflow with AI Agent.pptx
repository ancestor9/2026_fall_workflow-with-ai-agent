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51" r:id="rId3"/>
    <p:sldId id="1149" r:id="rId4"/>
    <p:sldId id="1153" r:id="rId5"/>
    <p:sldId id="1154" r:id="rId6"/>
    <p:sldId id="1155" r:id="rId7"/>
    <p:sldId id="1156" r:id="rId8"/>
    <p:sldId id="1158" r:id="rId9"/>
    <p:sldId id="1157" r:id="rId10"/>
    <p:sldId id="1152" r:id="rId11"/>
    <p:sldId id="1148" r:id="rId12"/>
    <p:sldId id="1144" r:id="rId13"/>
    <p:sldId id="1146" r:id="rId14"/>
    <p:sldId id="1145" r:id="rId15"/>
    <p:sldId id="1147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3"/>
            <p14:sldId id="1154"/>
            <p14:sldId id="1155"/>
            <p14:sldId id="1156"/>
            <p14:sldId id="1158"/>
            <p14:sldId id="1157"/>
            <p14:sldId id="1152"/>
            <p14:sldId id="1148"/>
            <p14:sldId id="1144"/>
            <p14:sldId id="1146"/>
            <p14:sldId id="1145"/>
            <p14:sldId id="11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A5E13-4274-FC83-0C13-AB7E64FEA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8A59E7-2C61-6B42-DBB2-990B60A9F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EE789-EA3F-CF59-63C1-19D2FC296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EA449-FD99-96E2-D40F-77F42EB7B2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6255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colab.research.google.com/?hl=ko#scrollTo=-sdyeRMXPvU_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with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AI Agents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Automation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5160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with python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EF76D1-CAE6-CD5A-633D-F6C7822D3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757BAF-76C5-DC9F-96FE-0F8C46935739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0C043-592A-2E99-7E0D-D54383D0F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73CB0-67E7-D82B-8262-4CA760ECA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B3C53D-7F15-DA3B-1BAA-B069AC28F2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952649-E635-4700-C7D2-B79C5D7E23D2}"/>
              </a:ext>
            </a:extLst>
          </p:cNvPr>
          <p:cNvSpPr txBox="1"/>
          <p:nvPr/>
        </p:nvSpPr>
        <p:spPr>
          <a:xfrm>
            <a:off x="558800" y="3429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Prefect </a:t>
            </a:r>
            <a:r>
              <a:rPr lang="ko-KR" altLang="en-US" dirty="0">
                <a:hlinkClick r:id="rId2"/>
              </a:rPr>
              <a:t>기초부터 활용까지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311371-C738-6A0C-383F-4B47728C184F}"/>
              </a:ext>
            </a:extLst>
          </p:cNvPr>
          <p:cNvSpPr txBox="1"/>
          <p:nvPr/>
        </p:nvSpPr>
        <p:spPr>
          <a:xfrm>
            <a:off x="558800" y="1248422"/>
            <a:ext cx="11074400" cy="1881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Orchestrate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workflows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Build</a:t>
            </a:r>
            <a:r>
              <a:rPr lang="ko-KR" altLang="ko-KR" sz="2000" dirty="0">
                <a:latin typeface="+mj-ea"/>
                <a:ea typeface="+mj-ea"/>
              </a:rPr>
              <a:t> AI </a:t>
            </a:r>
            <a:r>
              <a:rPr lang="ko-KR" altLang="ko-KR" sz="2000" dirty="0" err="1">
                <a:latin typeface="+mj-ea"/>
                <a:ea typeface="+mj-ea"/>
              </a:rPr>
              <a:t>applications</a:t>
            </a:r>
            <a:r>
              <a:rPr lang="ko-KR" altLang="ko-KR" sz="2000" dirty="0">
                <a:latin typeface="+mj-ea"/>
                <a:ea typeface="+mj-ea"/>
              </a:rPr>
              <a:t>. </a:t>
            </a:r>
            <a:endParaRPr lang="en-US" altLang="ko-KR" sz="2000" dirty="0">
              <a:latin typeface="+mj-ea"/>
              <a:ea typeface="+mj-ea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2000" dirty="0" err="1">
                <a:latin typeface="+mj-ea"/>
                <a:ea typeface="+mj-ea"/>
              </a:rPr>
              <a:t>Open-source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foundations</a:t>
            </a:r>
            <a:r>
              <a:rPr lang="ko-KR" altLang="ko-KR" sz="2000" dirty="0">
                <a:latin typeface="+mj-ea"/>
                <a:ea typeface="+mj-ea"/>
              </a:rPr>
              <a:t>, </a:t>
            </a:r>
            <a:r>
              <a:rPr lang="ko-KR" altLang="ko-KR" sz="2000" dirty="0" err="1">
                <a:latin typeface="+mj-ea"/>
                <a:ea typeface="+mj-ea"/>
              </a:rPr>
              <a:t>production-ready</a:t>
            </a:r>
            <a:r>
              <a:rPr lang="ko-KR" altLang="ko-KR" sz="2000" dirty="0">
                <a:latin typeface="+mj-ea"/>
                <a:ea typeface="+mj-ea"/>
              </a:rPr>
              <a:t> </a:t>
            </a:r>
            <a:r>
              <a:rPr lang="ko-KR" altLang="ko-KR" sz="2000" dirty="0" err="1">
                <a:latin typeface="+mj-ea"/>
                <a:ea typeface="+mj-ea"/>
              </a:rPr>
              <a:t>platforms</a:t>
            </a:r>
            <a:r>
              <a:rPr lang="ko-KR" altLang="ko-KR" sz="20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66845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248E7-5CD4-B95C-7121-E68D8E43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4DE822-1DE3-48B6-4C39-6C216D1ED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A07C9A8-8478-9B1B-7227-65EC006D8E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 02_machine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AB749C-9DD9-693A-A0D5-CB41743B4EC1}"/>
              </a:ext>
            </a:extLst>
          </p:cNvPr>
          <p:cNvSpPr txBox="1"/>
          <p:nvPr/>
        </p:nvSpPr>
        <p:spPr>
          <a:xfrm>
            <a:off x="740527" y="1631367"/>
            <a:ext cx="100888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</a:t>
            </a:r>
            <a:r>
              <a:rPr lang="ko-KR" altLang="en-US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>
              <a:buFont typeface="Wingdings" panose="05000000000000000000" pitchFamily="2" charset="2"/>
              <a:buChar char="v"/>
            </a:pPr>
            <a:r>
              <a:rPr lang="en-US" altLang="ko-KR" sz="2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11923439-EBE3-433A-A30E-A8824719AAF8}"/>
              </a:ext>
            </a:extLst>
          </p:cNvPr>
          <p:cNvSpPr/>
          <p:nvPr/>
        </p:nvSpPr>
        <p:spPr>
          <a:xfrm>
            <a:off x="4821382" y="1880351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381518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C5D0-B203-CB0A-83E0-1EFA230B7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E2921-ABDC-7C89-F35D-DE6E8216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B67FEF0-23A4-CE97-21A0-164164E242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2696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F3B32-7AD8-6A79-B20F-F40621507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10A2E4-4F28-0263-3320-8C0A0FF71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D3408-A442-A13C-A96B-CBBE0141268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16EFA-B588-D13F-2C59-D9750F2A1ED4}"/>
              </a:ext>
            </a:extLst>
          </p:cNvPr>
          <p:cNvSpPr txBox="1"/>
          <p:nvPr/>
        </p:nvSpPr>
        <p:spPr>
          <a:xfrm>
            <a:off x="577530" y="1248422"/>
            <a:ext cx="112334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2400" dirty="0" err="1"/>
              <a:t>ㄴㅁㅁㄹ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97575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Agents</a:t>
            </a:r>
          </a:p>
        </p:txBody>
      </p:sp>
      <p:pic>
        <p:nvPicPr>
          <p:cNvPr id="1026" name="Picture 2" descr="MIB Men in Black Agent H ID Badge for Desk Personalization - Walmart  Business Supplies">
            <a:extLst>
              <a:ext uri="{FF2B5EF4-FFF2-40B4-BE49-F238E27FC236}">
                <a16:creationId xmlns:a16="http://schemas.microsoft.com/office/drawing/2014/main" id="{B33B30C2-6FAA-96CA-B92F-2C24C42EC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7282" y="2366963"/>
            <a:ext cx="2481729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MIB Men in Black Agent K &amp; J ID Set of 2 ID Badges : Amazon.in: Office Products">
            <a:extLst>
              <a:ext uri="{FF2B5EF4-FFF2-40B4-BE49-F238E27FC236}">
                <a16:creationId xmlns:a16="http://schemas.microsoft.com/office/drawing/2014/main" id="{A0D3CF58-6943-4A00-FACC-AF276257F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003" y="2366963"/>
            <a:ext cx="3341437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azon.com : MIB Men in Black Agent M ID Badge : Office Products">
            <a:extLst>
              <a:ext uri="{FF2B5EF4-FFF2-40B4-BE49-F238E27FC236}">
                <a16:creationId xmlns:a16="http://schemas.microsoft.com/office/drawing/2014/main" id="{0CE76CE8-2845-5576-A9B0-9F3225DF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011" y="2366963"/>
            <a:ext cx="1617102" cy="3138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100888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0" y="2382520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E448FD-C14E-92DF-BCEC-2802271E4081}"/>
              </a:ext>
            </a:extLst>
          </p:cNvPr>
          <p:cNvSpPr txBox="1"/>
          <p:nvPr/>
        </p:nvSpPr>
        <p:spPr>
          <a:xfrm>
            <a:off x="685800" y="1857375"/>
            <a:ext cx="2145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google </a:t>
            </a:r>
            <a:r>
              <a:rPr lang="en-US" altLang="ko-KR" dirty="0" err="1">
                <a:hlinkClick r:id="rId2"/>
              </a:rPr>
              <a:t>gemini</a:t>
            </a:r>
            <a:r>
              <a:rPr lang="en-US" altLang="ko-KR" dirty="0">
                <a:hlinkClick r:id="rId2"/>
              </a:rPr>
              <a:t> SDK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6B178D1-92C3-CCC2-D524-AF57427B6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46163"/>
            <a:ext cx="9439275" cy="387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9611</TotalTime>
  <Words>191</Words>
  <Application>Microsoft Office PowerPoint</Application>
  <PresentationFormat>와이드스크린</PresentationFormat>
  <Paragraphs>79</Paragraphs>
  <Slides>15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Workflow Automation with AI Agents</vt:lpstr>
      <vt:lpstr>Workflow Automation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150</cp:revision>
  <dcterms:created xsi:type="dcterms:W3CDTF">2026-04-06T01:00:39Z</dcterms:created>
  <dcterms:modified xsi:type="dcterms:W3CDTF">2026-07-06T02:14:04Z</dcterms:modified>
  <cp:version/>
</cp:coreProperties>
</file>