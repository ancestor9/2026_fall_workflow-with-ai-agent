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1151" r:id="rId3"/>
    <p:sldId id="1149" r:id="rId4"/>
    <p:sldId id="1153" r:id="rId5"/>
    <p:sldId id="1154" r:id="rId6"/>
    <p:sldId id="1155" r:id="rId7"/>
    <p:sldId id="1156" r:id="rId8"/>
    <p:sldId id="1158" r:id="rId9"/>
    <p:sldId id="1157" r:id="rId10"/>
    <p:sldId id="1152" r:id="rId11"/>
    <p:sldId id="1148" r:id="rId12"/>
    <p:sldId id="1144" r:id="rId13"/>
    <p:sldId id="1146" r:id="rId14"/>
    <p:sldId id="1145" r:id="rId15"/>
    <p:sldId id="1159" r:id="rId16"/>
    <p:sldId id="1160" r:id="rId17"/>
    <p:sldId id="1147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53"/>
            <p14:sldId id="1154"/>
            <p14:sldId id="1155"/>
            <p14:sldId id="1156"/>
            <p14:sldId id="1158"/>
            <p14:sldId id="1157"/>
            <p14:sldId id="1152"/>
            <p14:sldId id="1148"/>
            <p14:sldId id="1144"/>
            <p14:sldId id="1146"/>
            <p14:sldId id="1145"/>
            <p14:sldId id="1159"/>
            <p14:sldId id="1160"/>
            <p14:sldId id="11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A5E13-4274-FC83-0C13-AB7E64FEA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8A59E7-2C61-6B42-DBB2-990B60A9F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EE789-EA3F-CF59-63C1-19D2FC296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EA449-FD99-96E2-D40F-77F42EB7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6255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youtube.com/watch?v=Lg-meK5IU8Q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colab.research.google.com/?hl=ko#scrollTo=-sdyeRMXPvU_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with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AI Agents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 Automation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516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python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Prefect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python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EF76D1-CAE6-CD5A-633D-F6C7822D3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757BAF-76C5-DC9F-96FE-0F8C46935739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</a:t>
            </a:r>
            <a:r>
              <a:rPr lang="ko-KR" altLang="en-US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4821382" y="1880351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0C043-592A-2E99-7E0D-D54383D0F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73CB0-67E7-D82B-8262-4CA760ECA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B3C53D-7F15-DA3B-1BAA-B069AC28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952649-E635-4700-C7D2-B79C5D7E23D2}"/>
              </a:ext>
            </a:extLst>
          </p:cNvPr>
          <p:cNvSpPr txBox="1"/>
          <p:nvPr/>
        </p:nvSpPr>
        <p:spPr>
          <a:xfrm>
            <a:off x="558800" y="3429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Prefect </a:t>
            </a:r>
            <a:r>
              <a:rPr lang="ko-KR" altLang="en-US" dirty="0">
                <a:hlinkClick r:id="rId2"/>
              </a:rPr>
              <a:t>기초부터 활용까지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311371-C738-6A0C-383F-4B47728C184F}"/>
              </a:ext>
            </a:extLst>
          </p:cNvPr>
          <p:cNvSpPr txBox="1"/>
          <p:nvPr/>
        </p:nvSpPr>
        <p:spPr>
          <a:xfrm>
            <a:off x="558800" y="1248422"/>
            <a:ext cx="11074400" cy="1881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Orchestrate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workflows</a:t>
            </a:r>
            <a:r>
              <a:rPr lang="ko-KR" altLang="ko-KR" sz="2000" dirty="0">
                <a:latin typeface="+mj-ea"/>
                <a:ea typeface="+mj-ea"/>
              </a:rPr>
              <a:t>. </a:t>
            </a:r>
            <a:endParaRPr lang="en-US" altLang="ko-KR" sz="2000" dirty="0">
              <a:latin typeface="+mj-ea"/>
              <a:ea typeface="+mj-ea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Build</a:t>
            </a:r>
            <a:r>
              <a:rPr lang="ko-KR" altLang="ko-KR" sz="2000" dirty="0">
                <a:latin typeface="+mj-ea"/>
                <a:ea typeface="+mj-ea"/>
              </a:rPr>
              <a:t> AI </a:t>
            </a:r>
            <a:r>
              <a:rPr lang="ko-KR" altLang="ko-KR" sz="2000" dirty="0" err="1">
                <a:latin typeface="+mj-ea"/>
                <a:ea typeface="+mj-ea"/>
              </a:rPr>
              <a:t>applications</a:t>
            </a:r>
            <a:r>
              <a:rPr lang="ko-KR" altLang="ko-KR" sz="2000" dirty="0">
                <a:latin typeface="+mj-ea"/>
                <a:ea typeface="+mj-ea"/>
              </a:rPr>
              <a:t>. </a:t>
            </a:r>
            <a:endParaRPr lang="en-US" altLang="ko-KR" sz="2000" dirty="0">
              <a:latin typeface="+mj-ea"/>
              <a:ea typeface="+mj-ea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Open-source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foundations</a:t>
            </a:r>
            <a:r>
              <a:rPr lang="ko-KR" altLang="ko-KR" sz="2000" dirty="0">
                <a:latin typeface="+mj-ea"/>
                <a:ea typeface="+mj-ea"/>
              </a:rPr>
              <a:t>, </a:t>
            </a:r>
            <a:r>
              <a:rPr lang="ko-KR" altLang="ko-KR" sz="2000" dirty="0" err="1">
                <a:latin typeface="+mj-ea"/>
                <a:ea typeface="+mj-ea"/>
              </a:rPr>
              <a:t>production-ready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platforms</a:t>
            </a:r>
            <a:r>
              <a:rPr lang="ko-KR" altLang="ko-KR" sz="20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66845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248E7-5CD4-B95C-7121-E68D8E4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DE822-1DE3-48B6-4C39-6C216D1ED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A07C9A8-8478-9B1B-7227-65EC006D8E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 02_machine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AB749C-9DD9-693A-A0D5-CB41743B4EC1}"/>
              </a:ext>
            </a:extLst>
          </p:cNvPr>
          <p:cNvSpPr txBox="1"/>
          <p:nvPr/>
        </p:nvSpPr>
        <p:spPr>
          <a:xfrm>
            <a:off x="740527" y="1631367"/>
            <a:ext cx="1008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</a:t>
            </a:r>
            <a:r>
              <a:rPr lang="ko-KR" altLang="en-US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11923439-EBE3-433A-A30E-A8824719AAF8}"/>
              </a:ext>
            </a:extLst>
          </p:cNvPr>
          <p:cNvSpPr/>
          <p:nvPr/>
        </p:nvSpPr>
        <p:spPr>
          <a:xfrm>
            <a:off x="4821382" y="1880351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381518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C5D0-B203-CB0A-83E0-1EFA230B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E2921-ABDC-7C89-F35D-DE6E8216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B67FEF0-23A4-CE97-21A0-164164E242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696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F3B32-7AD8-6A79-B20F-F40621507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10A2E4-4F28-0263-3320-8C0A0FF71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D3408-A442-A13C-A96B-CBBE014126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16EFA-B588-D13F-2C59-D9750F2A1ED4}"/>
              </a:ext>
            </a:extLst>
          </p:cNvPr>
          <p:cNvSpPr txBox="1"/>
          <p:nvPr/>
        </p:nvSpPr>
        <p:spPr>
          <a:xfrm>
            <a:off x="577530" y="1248422"/>
            <a:ext cx="1123346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2400" dirty="0" err="1"/>
              <a:t>ㄴㅁㅁㄹ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97575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Agents</a:t>
            </a:r>
          </a:p>
        </p:txBody>
      </p:sp>
      <p:pic>
        <p:nvPicPr>
          <p:cNvPr id="1026" name="Picture 2" descr="MIB Men in Black Agent H ID Badge for Desk Personalization - Walmart  Business Supplies">
            <a:extLst>
              <a:ext uri="{FF2B5EF4-FFF2-40B4-BE49-F238E27FC236}">
                <a16:creationId xmlns:a16="http://schemas.microsoft.com/office/drawing/2014/main" id="{B33B30C2-6FAA-96CA-B92F-2C24C42EC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7282" y="2366963"/>
            <a:ext cx="2481729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MIB Men in Black Agent K &amp; J ID Set of 2 ID Badges : Amazon.in: Office Products">
            <a:extLst>
              <a:ext uri="{FF2B5EF4-FFF2-40B4-BE49-F238E27FC236}">
                <a16:creationId xmlns:a16="http://schemas.microsoft.com/office/drawing/2014/main" id="{A0D3CF58-6943-4A00-FACC-AF276257F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003" y="2366963"/>
            <a:ext cx="3341437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.com : MIB Men in Black Agent M ID Badge : Office Products">
            <a:extLst>
              <a:ext uri="{FF2B5EF4-FFF2-40B4-BE49-F238E27FC236}">
                <a16:creationId xmlns:a16="http://schemas.microsoft.com/office/drawing/2014/main" id="{0CE76CE8-2845-5576-A9B0-9F3225DF6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011" y="2366963"/>
            <a:ext cx="1617102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FBFC-0B06-A7BB-1767-38AAEFB33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DEE5D-48A7-1475-420E-3A1772A3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48A06A-6DC1-B280-71C6-B7BE40C18E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Agent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837A6C-1C40-E40A-1386-2123C80207F2}"/>
              </a:ext>
            </a:extLst>
          </p:cNvPr>
          <p:cNvSpPr txBox="1"/>
          <p:nvPr/>
        </p:nvSpPr>
        <p:spPr>
          <a:xfrm>
            <a:off x="1085850" y="1905000"/>
            <a:ext cx="1638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AI Agent Skills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0B869E8-9E67-910D-CE04-10AA339EB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402" y="1478591"/>
            <a:ext cx="4981964" cy="492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79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9D315-B382-1617-22F4-BBF89CC1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5AB818-D59C-FAA0-0AAD-538131313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60307-5142-7081-A269-30B645F136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Agent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FF27FD2-2989-8E72-4D6F-0E509A7BCE5C}"/>
              </a:ext>
            </a:extLst>
          </p:cNvPr>
          <p:cNvSpPr/>
          <p:nvPr/>
        </p:nvSpPr>
        <p:spPr>
          <a:xfrm>
            <a:off x="1857375" y="1811969"/>
            <a:ext cx="1981200" cy="5810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F960225-DCF9-4D70-3F6F-A80DB638DE63}"/>
              </a:ext>
            </a:extLst>
          </p:cNvPr>
          <p:cNvSpPr/>
          <p:nvPr/>
        </p:nvSpPr>
        <p:spPr>
          <a:xfrm>
            <a:off x="542926" y="2956541"/>
            <a:ext cx="1809750" cy="68580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BDCE812-EEFD-CC77-FE73-A201FC35E6A6}"/>
              </a:ext>
            </a:extLst>
          </p:cNvPr>
          <p:cNvSpPr/>
          <p:nvPr/>
        </p:nvSpPr>
        <p:spPr>
          <a:xfrm>
            <a:off x="3457576" y="2956541"/>
            <a:ext cx="1809750" cy="68580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F69BED8-99AA-2D5A-C2B5-66C16F9B03D8}"/>
              </a:ext>
            </a:extLst>
          </p:cNvPr>
          <p:cNvSpPr/>
          <p:nvPr/>
        </p:nvSpPr>
        <p:spPr>
          <a:xfrm>
            <a:off x="7981950" y="1811968"/>
            <a:ext cx="1981200" cy="5810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3A90BD8-5D68-1227-66C5-6E49C36856B2}"/>
              </a:ext>
            </a:extLst>
          </p:cNvPr>
          <p:cNvSpPr/>
          <p:nvPr/>
        </p:nvSpPr>
        <p:spPr>
          <a:xfrm>
            <a:off x="9104311" y="2629821"/>
            <a:ext cx="1409700" cy="5810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859F438-2A98-9A5E-190B-411A05AFDF0C}"/>
              </a:ext>
            </a:extLst>
          </p:cNvPr>
          <p:cNvSpPr/>
          <p:nvPr/>
        </p:nvSpPr>
        <p:spPr>
          <a:xfrm>
            <a:off x="9104311" y="3642990"/>
            <a:ext cx="1409700" cy="5810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3FBB09-5780-0889-ADB0-AACDEB911DD3}"/>
              </a:ext>
            </a:extLst>
          </p:cNvPr>
          <p:cNvSpPr/>
          <p:nvPr/>
        </p:nvSpPr>
        <p:spPr>
          <a:xfrm>
            <a:off x="9104311" y="4656159"/>
            <a:ext cx="1409700" cy="5810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 Engineering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11947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E448FD-C14E-92DF-BCEC-2802271E4081}"/>
              </a:ext>
            </a:extLst>
          </p:cNvPr>
          <p:cNvSpPr txBox="1"/>
          <p:nvPr/>
        </p:nvSpPr>
        <p:spPr>
          <a:xfrm>
            <a:off x="685800" y="1857375"/>
            <a:ext cx="2145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google </a:t>
            </a:r>
            <a:r>
              <a:rPr lang="en-US" altLang="ko-KR" dirty="0" err="1">
                <a:hlinkClick r:id="rId2"/>
              </a:rPr>
              <a:t>gemini</a:t>
            </a:r>
            <a:r>
              <a:rPr lang="en-US" altLang="ko-KR" dirty="0">
                <a:hlinkClick r:id="rId2"/>
              </a:rPr>
              <a:t> SDK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6B178D1-92C3-CCC2-D524-AF57427B6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346163"/>
            <a:ext cx="9439275" cy="387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9622</TotalTime>
  <Words>210</Words>
  <Application>Microsoft Office PowerPoint</Application>
  <PresentationFormat>와이드스크린</PresentationFormat>
  <Paragraphs>91</Paragraphs>
  <Slides>17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Workflow Automation with AI Agents</vt:lpstr>
      <vt:lpstr>Workflow Automation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151</cp:revision>
  <dcterms:created xsi:type="dcterms:W3CDTF">2026-04-06T01:00:39Z</dcterms:created>
  <dcterms:modified xsi:type="dcterms:W3CDTF">2026-07-09T13:58:09Z</dcterms:modified>
  <cp:version/>
</cp:coreProperties>
</file>