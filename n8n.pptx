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"/>
  </p:notesMasterIdLst>
  <p:handoutMasterIdLst>
    <p:handoutMasterId r:id="rId11"/>
  </p:handoutMasterIdLst>
  <p:sldIdLst>
    <p:sldId id="256" r:id="rId2"/>
    <p:sldId id="1136" r:id="rId3"/>
    <p:sldId id="1140" r:id="rId4"/>
    <p:sldId id="1137" r:id="rId5"/>
    <p:sldId id="1142" r:id="rId6"/>
    <p:sldId id="1141" r:id="rId7"/>
    <p:sldId id="1138" r:id="rId8"/>
    <p:sldId id="1139" r:id="rId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37"/>
            <p14:sldId id="1142"/>
            <p14:sldId id="1141"/>
            <p14:sldId id="1138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386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2026-07-24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2026-07-24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2026-07-24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5qfhyMjTO5w&amp;list=PLkt-u2nHD3yPD2ZkJuxozyUEnBpLoCrOe&amp;index=1&amp;t=1347s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playlist?list=PLkt-u2nHD3yPD2ZkJuxozyUEnBpLoCrO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C30ED4-574C-DB1B-8F04-3DED9F5D3882}"/>
              </a:ext>
            </a:extLst>
          </p:cNvPr>
          <p:cNvSpPr txBox="1"/>
          <p:nvPr/>
        </p:nvSpPr>
        <p:spPr>
          <a:xfrm>
            <a:off x="673101" y="1380184"/>
            <a:ext cx="844867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n8n </a:t>
            </a:r>
            <a:r>
              <a:rPr lang="en-US" altLang="ko-KR" dirty="0" err="1"/>
              <a:t>Facilatator</a:t>
            </a:r>
            <a:r>
              <a:rPr lang="en-US" altLang="ko-KR" dirty="0"/>
              <a:t> </a:t>
            </a:r>
            <a:r>
              <a:rPr lang="ko-KR" altLang="en-US" dirty="0"/>
              <a:t>길라잡이</a:t>
            </a:r>
            <a:br>
              <a:rPr lang="ko-KR" altLang="en-US" dirty="0"/>
            </a:br>
            <a:r>
              <a:rPr lang="en-US" altLang="ko-KR" dirty="0">
                <a:hlinkClick r:id="rId2"/>
              </a:rPr>
              <a:t>WSL</a:t>
            </a:r>
            <a:r>
              <a:rPr lang="ko-KR" altLang="en-US" dirty="0"/>
              <a:t> 설치하고 </a:t>
            </a:r>
            <a:r>
              <a:rPr lang="en-US" altLang="ko-KR" dirty="0" err="1"/>
              <a:t>Ubutu</a:t>
            </a:r>
            <a:r>
              <a:rPr lang="en-US" altLang="ko-KR" dirty="0"/>
              <a:t> </a:t>
            </a:r>
            <a:r>
              <a:rPr lang="ko-KR" altLang="en-US" dirty="0"/>
              <a:t>올리시고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hlinkClick r:id="rId3"/>
              </a:rPr>
              <a:t>docker </a:t>
            </a:r>
            <a:r>
              <a:rPr lang="en-US" altLang="ko-KR" dirty="0" err="1">
                <a:hlinkClick r:id="rId3"/>
              </a:rPr>
              <a:t>desltop</a:t>
            </a:r>
            <a:r>
              <a:rPr lang="ko-KR" altLang="en-US" dirty="0"/>
              <a:t> 으로 </a:t>
            </a:r>
            <a:r>
              <a:rPr lang="en-US" altLang="ko-KR" dirty="0"/>
              <a:t>Docker </a:t>
            </a:r>
            <a:r>
              <a:rPr lang="ko-KR" altLang="en-US" dirty="0"/>
              <a:t>묻고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>
                <a:hlinkClick r:id="rId4"/>
              </a:rPr>
              <a:t>자동화 </a:t>
            </a:r>
            <a:r>
              <a:rPr lang="ko-KR" altLang="en-US" dirty="0" err="1">
                <a:hlinkClick r:id="rId4"/>
              </a:rPr>
              <a:t>끝판왕</a:t>
            </a:r>
            <a:r>
              <a:rPr lang="ko-KR" altLang="en-US" dirty="0">
                <a:hlinkClick r:id="rId4"/>
              </a:rPr>
              <a:t> </a:t>
            </a:r>
            <a:r>
              <a:rPr lang="en-US" altLang="ko-KR" dirty="0">
                <a:hlinkClick r:id="rId4"/>
              </a:rPr>
              <a:t>n8n, </a:t>
            </a:r>
            <a:r>
              <a:rPr lang="ko-KR" altLang="en-US" dirty="0">
                <a:hlinkClick r:id="rId4"/>
              </a:rPr>
              <a:t>이렇게 설치하면 평생 무료입니다</a:t>
            </a:r>
            <a:r>
              <a:rPr lang="en-US" altLang="ko-KR" dirty="0">
                <a:hlinkClick r:id="rId4"/>
              </a:rPr>
              <a:t>! (</a:t>
            </a:r>
            <a:r>
              <a:rPr lang="ko-KR" altLang="en-US" dirty="0" err="1">
                <a:hlinkClick r:id="rId4"/>
              </a:rPr>
              <a:t>웹훅</a:t>
            </a:r>
            <a:r>
              <a:rPr lang="ko-KR" altLang="en-US" dirty="0">
                <a:hlinkClick r:id="rId4"/>
              </a:rPr>
              <a:t> 설정</a:t>
            </a:r>
            <a:r>
              <a:rPr lang="en-US" altLang="ko-KR" dirty="0">
                <a:hlinkClick r:id="rId4"/>
              </a:rPr>
              <a:t>, </a:t>
            </a:r>
            <a:r>
              <a:rPr lang="ko-KR" altLang="en-US" dirty="0">
                <a:hlinkClick r:id="rId4"/>
              </a:rPr>
              <a:t>버전 업데이트 포함</a:t>
            </a:r>
            <a:r>
              <a:rPr lang="en-US" altLang="ko-KR" dirty="0">
                <a:hlinkClick r:id="rId4"/>
              </a:rPr>
              <a:t>)</a:t>
            </a:r>
            <a:r>
              <a:rPr lang="ko-KR" altLang="en-US" dirty="0"/>
              <a:t> 보시고 따라해서 </a:t>
            </a:r>
            <a:r>
              <a:rPr lang="en-US" altLang="ko-KR" dirty="0"/>
              <a:t>n8n </a:t>
            </a:r>
            <a:r>
              <a:rPr lang="ko-KR" altLang="en-US" dirty="0"/>
              <a:t>로컬에 설치하시고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관련 동영상보고 실습을 위해 동영상 화면</a:t>
            </a:r>
            <a:r>
              <a:rPr lang="en-US" altLang="ko-KR" dirty="0"/>
              <a:t>(workflow</a:t>
            </a:r>
            <a:r>
              <a:rPr lang="ko-KR" altLang="en-US" dirty="0"/>
              <a:t>가 있는</a:t>
            </a:r>
            <a:r>
              <a:rPr lang="en-US" altLang="ko-KR" dirty="0"/>
              <a:t>)</a:t>
            </a:r>
            <a:r>
              <a:rPr lang="ko-KR" altLang="en-US" dirty="0"/>
              <a:t>을 </a:t>
            </a:r>
            <a:r>
              <a:rPr lang="ko-KR" altLang="en-US" dirty="0" err="1"/>
              <a:t>캡쳐해서</a:t>
            </a:r>
            <a:r>
              <a:rPr lang="ko-KR" altLang="en-US" dirty="0"/>
              <a:t> 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Geminin</a:t>
            </a:r>
            <a:r>
              <a:rPr lang="ko-KR" altLang="en-US" dirty="0"/>
              <a:t>에게 </a:t>
            </a:r>
            <a:r>
              <a:rPr lang="en-US" altLang="ko-KR" dirty="0"/>
              <a:t>n8n </a:t>
            </a:r>
            <a:r>
              <a:rPr lang="ko-KR" altLang="en-US" dirty="0"/>
              <a:t>코드 만들어 달라고 하고</a:t>
            </a:r>
            <a:r>
              <a:rPr lang="en-US" altLang="ko-KR" dirty="0"/>
              <a:t>(</a:t>
            </a:r>
            <a:r>
              <a:rPr lang="ko-KR" altLang="en-US" dirty="0"/>
              <a:t>별첨 </a:t>
            </a:r>
            <a:r>
              <a:rPr lang="en-US" altLang="ko-KR" dirty="0"/>
              <a:t>1)</a:t>
            </a:r>
            <a:br>
              <a:rPr lang="en-US" altLang="ko-KR" dirty="0"/>
            </a:br>
            <a:endParaRPr lang="en-US" altLang="ko-KR" dirty="0"/>
          </a:p>
          <a:p>
            <a:pPr>
              <a:buNone/>
            </a:pPr>
            <a:br>
              <a:rPr lang="en-US" altLang="ko-KR" dirty="0"/>
            </a:b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8AF520-0DFF-212F-678C-B48B24C3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1F8BE7D-3D5F-F2E4-F535-6C096BC84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B7D4EC5D-FCFC-CAEE-A7AD-BAEC6925DEFD}"/>
              </a:ext>
            </a:extLst>
          </p:cNvPr>
          <p:cNvSpPr txBox="1">
            <a:spLocks/>
          </p:cNvSpPr>
          <p:nvPr/>
        </p:nvSpPr>
        <p:spPr>
          <a:xfrm>
            <a:off x="6894510" y="327233"/>
            <a:ext cx="3619501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1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B9D8F572-9FA6-1A4B-8C25-A20942234B54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391B9DFC-1BBB-4F64-37DA-71F133B443E9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EBE383-5F3B-1B62-8A0E-1EA54A3F7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663576" y="1789759"/>
            <a:ext cx="10680699" cy="28467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69070-810A-A7D7-C5EE-C321F70ED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5466EB-649F-F0D7-0FA4-0F449D35B335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49C36F-C55F-D8C6-1863-2EB9F32B7D5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0996946-3682-469A-8D17-CA53CED17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CDD27087-AA50-A7AB-C9C8-F5757B05327E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B9282F-E781-E4C3-5753-DDF078026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686" y="2708539"/>
            <a:ext cx="9770711" cy="29969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E1249FF2-179E-1E91-6030-F4BADC574A96}"/>
              </a:ext>
            </a:extLst>
          </p:cNvPr>
          <p:cNvSpPr/>
          <p:nvPr/>
        </p:nvSpPr>
        <p:spPr>
          <a:xfrm>
            <a:off x="498142" y="3613666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CFF113-047A-7626-5701-FFB708606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186897"/>
            <a:ext cx="11066980" cy="2484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69506E-9BEB-DD86-9FF9-9D81D3E82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1D2D391-01EB-CF71-60BA-0B0F994C5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_01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727B23D-F4F4-DBE2-6B4F-BD8E6033D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5531" y="2872692"/>
            <a:ext cx="8626588" cy="11126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695B3F-AFC6-EA22-A88D-DBA3B08A22C5}"/>
              </a:ext>
            </a:extLst>
          </p:cNvPr>
          <p:cNvSpPr txBox="1"/>
          <p:nvPr/>
        </p:nvSpPr>
        <p:spPr>
          <a:xfrm>
            <a:off x="5362575" y="790575"/>
            <a:ext cx="62376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초보도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분 완성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! 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이메일 자동화로 메일 답장 ‘완전 자동’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CEB23-DDB0-F3D9-6F8E-0498FD5C34C1}"/>
              </a:ext>
            </a:extLst>
          </p:cNvPr>
          <p:cNvSpPr txBox="1"/>
          <p:nvPr/>
        </p:nvSpPr>
        <p:spPr>
          <a:xfrm>
            <a:off x="553520" y="1506559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954F72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n8n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실습 유튜브 동영상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15336</TotalTime>
  <Words>234</Words>
  <Application>Microsoft Office PowerPoint</Application>
  <PresentationFormat>와이드스크린</PresentationFormat>
  <Paragraphs>41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D2Coding</vt:lpstr>
      <vt:lpstr>맑은 고딕</vt:lpstr>
      <vt:lpstr>Batang</vt:lpstr>
      <vt:lpstr>Arial</vt:lpstr>
      <vt:lpstr>Wingdings</vt:lpstr>
      <vt:lpstr>WelcomeDoc</vt:lpstr>
      <vt:lpstr>n8n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207</cp:revision>
  <dcterms:created xsi:type="dcterms:W3CDTF">2026-04-06T01:00:39Z</dcterms:created>
  <dcterms:modified xsi:type="dcterms:W3CDTF">2026-07-24T14:54:50Z</dcterms:modified>
  <cp:version/>
</cp:coreProperties>
</file>